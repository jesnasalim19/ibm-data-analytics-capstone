
<file path=[Content_Types].xml><?xml version="1.0" encoding="utf-8"?>
<Types xmlns="http://schemas.openxmlformats.org/package/2006/content-types">
  <Default Extension="xml" ContentType="application/xml"/>
  <Default Extension="png" ContentType="image/png"/>
  <Default Extension="wdp" ContentType="image/vnd.ms-photo"/>
  <Default Extension="rels" ContentType="application/vnd.openxmlformats-package.relationships+xml"/>
  <Override PartName="/customXml/itemProps43.xml" ContentType="application/vnd.openxmlformats-officedocument.customXmlProperties+xml"/>
  <Override PartName="/customXml/itemProps44.xml" ContentType="application/vnd.openxmlformats-officedocument.customXmlProperties+xml"/>
  <Override PartName="/customXml/itemProps45.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media/image10.svg" ContentType="image/svg+xml"/>
  <Override PartName="/ppt/media/image12.svg" ContentType="image/svg+xml"/>
  <Override PartName="/ppt/media/image14.svg" ContentType="image/svg+xml"/>
  <Override PartName="/ppt/media/image15.svg" ContentType="image/svg+xml"/>
  <Override PartName="/ppt/media/image16.svg" ContentType="image/svg+xml"/>
  <Override PartName="/ppt/media/image17.svg" ContentType="image/svg+xml"/>
  <Override PartName="/ppt/media/image18.svg" ContentType="image/svg+xml"/>
  <Override PartName="/ppt/media/image19.svg" ContentType="image/svg+xml"/>
  <Override PartName="/ppt/media/image2.svg" ContentType="image/svg+xml"/>
  <Override PartName="/ppt/media/image20.svg" ContentType="image/svg+xml"/>
  <Override PartName="/ppt/media/image21.svg" ContentType="image/svg+xml"/>
  <Override PartName="/ppt/media/image22.svg" ContentType="image/svg+xml"/>
  <Override PartName="/ppt/media/image23.svg" ContentType="image/svg+xml"/>
  <Override PartName="/ppt/media/image24.svg" ContentType="image/svg+xml"/>
  <Override PartName="/ppt/media/image25.svg" ContentType="image/svg+xml"/>
  <Override PartName="/ppt/media/image26.svg" ContentType="image/svg+xml"/>
  <Override PartName="/ppt/media/image36.svg" ContentType="image/svg+xml"/>
  <Override PartName="/ppt/media/image4.svg" ContentType="image/svg+xml"/>
  <Override PartName="/ppt/media/image6.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6.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theme/theme12.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655" r:id="rId3"/>
    <p:sldMasterId id="2147483662" r:id="rId4"/>
    <p:sldMasterId id="2147483669" r:id="rId5"/>
    <p:sldMasterId id="2147483676" r:id="rId6"/>
    <p:sldMasterId id="2147483683" r:id="rId7"/>
    <p:sldMasterId id="2147483690" r:id="rId8"/>
    <p:sldMasterId id="2147483697" r:id="rId9"/>
    <p:sldMasterId id="2147483704" r:id="rId10"/>
    <p:sldMasterId id="2147483711" r:id="rId11"/>
    <p:sldMasterId id="2147483718" r:id="rId12"/>
  </p:sldMasterIdLst>
  <p:notesMasterIdLst>
    <p:notesMasterId r:id="rId43"/>
  </p:notesMasterIdLst>
  <p:sldIdLst>
    <p:sldId id="256" r:id="rId13"/>
    <p:sldId id="257" r:id="rId14"/>
    <p:sldId id="258" r:id="rId15"/>
    <p:sldId id="279" r:id="rId16"/>
    <p:sldId id="280" r:id="rId17"/>
    <p:sldId id="281" r:id="rId18"/>
    <p:sldId id="282" r:id="rId19"/>
    <p:sldId id="283" r:id="rId20"/>
    <p:sldId id="259" r:id="rId21"/>
    <p:sldId id="285" r:id="rId22"/>
    <p:sldId id="286" r:id="rId23"/>
    <p:sldId id="260" r:id="rId24"/>
    <p:sldId id="287" r:id="rId25"/>
    <p:sldId id="288" r:id="rId26"/>
    <p:sldId id="278" r:id="rId27"/>
    <p:sldId id="274" r:id="rId28"/>
    <p:sldId id="275" r:id="rId29"/>
    <p:sldId id="262" r:id="rId30"/>
    <p:sldId id="263" r:id="rId31"/>
    <p:sldId id="264" r:id="rId32"/>
    <p:sldId id="265" r:id="rId33"/>
    <p:sldId id="266" r:id="rId34"/>
    <p:sldId id="267" r:id="rId35"/>
    <p:sldId id="268" r:id="rId36"/>
    <p:sldId id="269" r:id="rId37"/>
    <p:sldId id="289" r:id="rId38"/>
    <p:sldId id="270" r:id="rId39"/>
    <p:sldId id="271" r:id="rId40"/>
    <p:sldId id="272" r:id="rId41"/>
    <p:sldId id="273" r:id="rId42"/>
  </p:sldIdLst>
  <p:sldSz cx="12192000" cy="6858000"/>
  <p:notesSz cx="6858000" cy="1857375"/>
  <p:custDataLst>
    <p:tags r:id="rId51"/>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744" userDrawn="1">
          <p15:clr>
            <a:srgbClr val="A4A3A4"/>
          </p15:clr>
        </p15:guide>
        <p15:guide id="2" pos="288"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BD3AA52-0FB4-F6D0-6D07-1A3D2D9FD3FC}" name="Marianne Seidler" initials="MS" userId="S::mariannes@skillup.tech::bb0b4178-c940-4a9a-9c5e-e97bf5d50d86" providerId="AD"/>
  <p188:author id="{F554C3DC-94B8-9F7D-83FC-6D4CEC0DE845}" name="Dawn Teel-Friedman" initials="DTF" userId="Dawn Teel-Friedman" providerId="Non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97B49"/>
    <a:srgbClr val="E76F39"/>
    <a:srgbClr val="0072C3"/>
    <a:srgbClr val="007D79"/>
    <a:srgbClr val="D02670"/>
    <a:srgbClr val="231F20"/>
    <a:srgbClr val="33B1FF"/>
    <a:srgbClr val="262626"/>
    <a:srgbClr val="525252"/>
    <a:srgbClr val="BE95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713" autoAdjust="0"/>
    <p:restoredTop sz="91480" autoAdjust="0"/>
  </p:normalViewPr>
  <p:slideViewPr>
    <p:cSldViewPr snapToGrid="0" showGuides="1">
      <p:cViewPr varScale="1">
        <p:scale>
          <a:sx n="71" d="100"/>
          <a:sy n="71" d="100"/>
        </p:scale>
        <p:origin x="43" y="202"/>
      </p:cViewPr>
      <p:guideLst>
        <p:guide orient="horz" pos="744"/>
        <p:guide pos="288"/>
      </p:guideLst>
    </p:cSldViewPr>
  </p:slideViewPr>
  <p:notesTextViewPr>
    <p:cViewPr>
      <p:scale>
        <a:sx n="1" d="1"/>
        <a:sy n="1" d="1"/>
      </p:scale>
      <p:origin x="0" y="0"/>
    </p:cViewPr>
  </p:notesTextViewPr>
  <p:sorterViewPr>
    <p:cViewPr varScale="1">
      <p:scale>
        <a:sx n="100" d="100"/>
        <a:sy n="100" d="100"/>
      </p:scale>
      <p:origin x="0" y="0"/>
    </p:cViewPr>
  </p:sorter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Master" Target="slideMasters/slideMaster8.xml"/><Relationship Id="rId8" Type="http://schemas.openxmlformats.org/officeDocument/2006/relationships/slideMaster" Target="slideMasters/slideMaster7.xml"/><Relationship Id="rId7" Type="http://schemas.openxmlformats.org/officeDocument/2006/relationships/slideMaster" Target="slideMasters/slideMaster6.xml"/><Relationship Id="rId6" Type="http://schemas.openxmlformats.org/officeDocument/2006/relationships/slideMaster" Target="slideMasters/slideMaster5.xml"/><Relationship Id="rId51" Type="http://schemas.openxmlformats.org/officeDocument/2006/relationships/tags" Target="tags/tag46.xml"/><Relationship Id="rId50" Type="http://schemas.openxmlformats.org/officeDocument/2006/relationships/customXml" Target="../customXml/item3.xml"/><Relationship Id="rId5" Type="http://schemas.openxmlformats.org/officeDocument/2006/relationships/slideMaster" Target="slideMasters/slideMaster4.xml"/><Relationship Id="rId49" Type="http://schemas.openxmlformats.org/officeDocument/2006/relationships/customXml" Target="../customXml/item2.xml"/><Relationship Id="rId48" Type="http://schemas.openxmlformats.org/officeDocument/2006/relationships/customXml" Target="../customXml/item1.xml"/><Relationship Id="rId47" Type="http://schemas.microsoft.com/office/2018/10/relationships/authors" Target="authors.xml"/><Relationship Id="rId46" Type="http://schemas.openxmlformats.org/officeDocument/2006/relationships/tableStyles" Target="tableStyles.xml"/><Relationship Id="rId45" Type="http://schemas.openxmlformats.org/officeDocument/2006/relationships/viewProps" Target="viewProps.xml"/><Relationship Id="rId44" Type="http://schemas.openxmlformats.org/officeDocument/2006/relationships/presProps" Target="presProps.xml"/><Relationship Id="rId43" Type="http://schemas.openxmlformats.org/officeDocument/2006/relationships/notesMaster" Target="notesMasters/notesMaster1.xml"/><Relationship Id="rId42" Type="http://schemas.openxmlformats.org/officeDocument/2006/relationships/slide" Target="slides/slide30.xml"/><Relationship Id="rId41" Type="http://schemas.openxmlformats.org/officeDocument/2006/relationships/slide" Target="slides/slide29.xml"/><Relationship Id="rId40" Type="http://schemas.openxmlformats.org/officeDocument/2006/relationships/slide" Target="slides/slide28.xml"/><Relationship Id="rId4" Type="http://schemas.openxmlformats.org/officeDocument/2006/relationships/slideMaster" Target="slideMasters/slideMaster3.xml"/><Relationship Id="rId39" Type="http://schemas.openxmlformats.org/officeDocument/2006/relationships/slide" Target="slides/slide27.xml"/><Relationship Id="rId38" Type="http://schemas.openxmlformats.org/officeDocument/2006/relationships/slide" Target="slides/slide26.xml"/><Relationship Id="rId37" Type="http://schemas.openxmlformats.org/officeDocument/2006/relationships/slide" Target="slides/slide25.xml"/><Relationship Id="rId36" Type="http://schemas.openxmlformats.org/officeDocument/2006/relationships/slide" Target="slides/slide24.xml"/><Relationship Id="rId35" Type="http://schemas.openxmlformats.org/officeDocument/2006/relationships/slide" Target="slides/slide23.xml"/><Relationship Id="rId34" Type="http://schemas.openxmlformats.org/officeDocument/2006/relationships/slide" Target="slides/slide22.xml"/><Relationship Id="rId33" Type="http://schemas.openxmlformats.org/officeDocument/2006/relationships/slide" Target="slides/slide21.xml"/><Relationship Id="rId32" Type="http://schemas.openxmlformats.org/officeDocument/2006/relationships/slide" Target="slides/slide20.xml"/><Relationship Id="rId31" Type="http://schemas.openxmlformats.org/officeDocument/2006/relationships/slide" Target="slides/slide19.xml"/><Relationship Id="rId30" Type="http://schemas.openxmlformats.org/officeDocument/2006/relationships/slide" Target="slides/slide18.xml"/><Relationship Id="rId3" Type="http://schemas.openxmlformats.org/officeDocument/2006/relationships/slideMaster" Target="slideMasters/slideMaster2.xml"/><Relationship Id="rId29" Type="http://schemas.openxmlformats.org/officeDocument/2006/relationships/slide" Target="slides/slide17.xml"/><Relationship Id="rId28" Type="http://schemas.openxmlformats.org/officeDocument/2006/relationships/slide" Target="slides/slide16.xml"/><Relationship Id="rId27" Type="http://schemas.openxmlformats.org/officeDocument/2006/relationships/slide" Target="slides/slide15.xml"/><Relationship Id="rId26" Type="http://schemas.openxmlformats.org/officeDocument/2006/relationships/slide" Target="slides/slide14.xml"/><Relationship Id="rId25" Type="http://schemas.openxmlformats.org/officeDocument/2006/relationships/slide" Target="slides/slide13.xml"/><Relationship Id="rId24" Type="http://schemas.openxmlformats.org/officeDocument/2006/relationships/slide" Target="slides/slide12.xml"/><Relationship Id="rId23" Type="http://schemas.openxmlformats.org/officeDocument/2006/relationships/slide" Target="slides/slide11.xml"/><Relationship Id="rId22" Type="http://schemas.openxmlformats.org/officeDocument/2006/relationships/slide" Target="slides/slide10.xml"/><Relationship Id="rId21" Type="http://schemas.openxmlformats.org/officeDocument/2006/relationships/slide" Target="slides/slide9.xml"/><Relationship Id="rId20" Type="http://schemas.openxmlformats.org/officeDocument/2006/relationships/slide" Target="slides/slide8.xml"/><Relationship Id="rId2" Type="http://schemas.openxmlformats.org/officeDocument/2006/relationships/theme" Target="theme/theme1.xml"/><Relationship Id="rId19" Type="http://schemas.openxmlformats.org/officeDocument/2006/relationships/slide" Target="slides/slide7.xml"/><Relationship Id="rId18" Type="http://schemas.openxmlformats.org/officeDocument/2006/relationships/slide" Target="slides/slide6.xml"/><Relationship Id="rId17" Type="http://schemas.openxmlformats.org/officeDocument/2006/relationships/slide" Target="slides/slide5.xml"/><Relationship Id="rId16" Type="http://schemas.openxmlformats.org/officeDocument/2006/relationships/slide" Target="slides/slide4.xml"/><Relationship Id="rId15" Type="http://schemas.openxmlformats.org/officeDocument/2006/relationships/slide" Target="slides/slide3.xml"/><Relationship Id="rId14" Type="http://schemas.openxmlformats.org/officeDocument/2006/relationships/slide" Target="slides/slide2.xml"/><Relationship Id="rId13" Type="http://schemas.openxmlformats.org/officeDocument/2006/relationships/slide" Target="slides/slide1.xml"/><Relationship Id="rId12" Type="http://schemas.openxmlformats.org/officeDocument/2006/relationships/slideMaster" Target="slideMasters/slideMaster11.xml"/><Relationship Id="rId11" Type="http://schemas.openxmlformats.org/officeDocument/2006/relationships/slideMaster" Target="slideMasters/slideMaster10.xml"/><Relationship Id="rId10" Type="http://schemas.openxmlformats.org/officeDocument/2006/relationships/slideMaster" Target="slideMasters/slideMaster9.xml"/><Relationship Id="rId1" Type="http://schemas.openxmlformats.org/officeDocument/2006/relationships/slideMaster" Target="slideMasters/slideMaster1.xml"/></Relationships>
</file>

<file path=ppt/ink/ink1.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traceFormat>
        <inkml:channelProperties>
          <inkml:channelProperty channel="X" name="resolution" value="1000" units="1/cm"/>
          <inkml:channelProperty channel="Y" name="resolution" value="1000" units="1/cm"/>
        </inkml:channelProperties>
      </inkml:inkSource>
      <inkml:timestamp xml:id="ts0" timeString="2024-10-30T05:40:55"/>
    </inkml:context>
    <inkml:brush xml:id="br0">
      <inkml:brushProperty name="width" value="0.5" units="cm"/>
      <inkml:brushProperty name="height" value="1" units="cm"/>
      <inkml:brushProperty name="color" value="#ffffff"/>
      <inkml:brushProperty name="tip" value="rectangle"/>
      <inkml:brushProperty name="rasterOp" value="maskPen"/>
    </inkml:brush>
  </inkml:definitions>
  <inkml:trace contextRef="#ctx0" brushRef="#br0">0.000 0.000,'0.000'0.000</inkml:trace>
</inkml:ink>
</file>

<file path=ppt/ink/ink2.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traceFormat>
        <inkml:channelProperties>
          <inkml:channelProperty channel="X" name="resolution" value="1000" units="1/cm"/>
          <inkml:channelProperty channel="Y" name="resolution" value="1000" units="1/cm"/>
        </inkml:channelProperties>
      </inkml:inkSource>
      <inkml:timestamp xml:id="ts0" timeString="2024-10-30T05:40:55"/>
    </inkml:context>
    <inkml:brush xml:id="br0">
      <inkml:brushProperty name="width" value="0.5" units="cm"/>
      <inkml:brushProperty name="height" value="1" units="cm"/>
      <inkml:brushProperty name="color" value="#ffffff"/>
      <inkml:brushProperty name="tip" value="rectangle"/>
      <inkml:brushProperty name="rasterOp" value="maskPen"/>
    </inkml:brush>
  </inkml:definitions>
  <inkml:trace contextRef="#ctx0" brushRef="#br0">0.000 1.000,'0.000'0.000</inkml:trace>
</inkml:ink>
</file>

<file path=ppt/ink/ink3.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traceFormat>
        <inkml:channelProperties>
          <inkml:channelProperty channel="X" name="resolution" value="1000" units="1/cm"/>
          <inkml:channelProperty channel="Y" name="resolution" value="1000" units="1/cm"/>
        </inkml:channelProperties>
      </inkml:inkSource>
      <inkml:timestamp xml:id="ts0" timeString="2024-10-30T05:40:55"/>
    </inkml:context>
    <inkml:brush xml:id="br0">
      <inkml:brushProperty name="width" value="0.5" units="cm"/>
      <inkml:brushProperty name="height" value="1" units="cm"/>
      <inkml:brushProperty name="color" value="#ffffff"/>
      <inkml:brushProperty name="tip" value="rectangle"/>
      <inkml:brushProperty name="rasterOp" value="maskPen"/>
    </inkml:brush>
  </inkml:definitions>
  <inkml:trace contextRef="#ctx0" brushRef="#br0">0.000 0.000,'0.000'0.000</inkml:trace>
</inkml:ink>
</file>

<file path=ppt/ink/ink4.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traceFormat>
        <inkml:channelProperties>
          <inkml:channelProperty channel="X" name="resolution" value="1000" units="1/cm"/>
          <inkml:channelProperty channel="Y" name="resolution" value="1000" units="1/cm"/>
        </inkml:channelProperties>
      </inkml:inkSource>
      <inkml:timestamp xml:id="ts0" timeString="2024-10-30T05:40:55"/>
    </inkml:context>
    <inkml:brush xml:id="br0">
      <inkml:brushProperty name="width" value="0.5" units="cm"/>
      <inkml:brushProperty name="height" value="1" units="cm"/>
      <inkml:brushProperty name="color" value="#ffffff"/>
      <inkml:brushProperty name="tip" value="rectangle"/>
      <inkml:brushProperty name="rasterOp" value="maskPen"/>
    </inkml:brush>
  </inkml:definitions>
  <inkml:trace contextRef="#ctx0" brushRef="#br0">0.000 0.000,'6.000'0.000,"-4.000"6.000,-2.000 2.000</inkml:trace>
</inkml:ink>
</file>

<file path=ppt/ink/ink5.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traceFormat>
        <inkml:channelProperties>
          <inkml:channelProperty channel="X" name="resolution" value="1000" units="1/cm"/>
          <inkml:channelProperty channel="Y" name="resolution" value="1000" units="1/cm"/>
        </inkml:channelProperties>
      </inkml:inkSource>
      <inkml:timestamp xml:id="ts0" timeString="2024-10-30T05:40:55"/>
    </inkml:context>
    <inkml:brush xml:id="br0">
      <inkml:brushProperty name="width" value="0.5" units="cm"/>
      <inkml:brushProperty name="height" value="1" units="cm"/>
      <inkml:brushProperty name="color" value="#ffffff"/>
      <inkml:brushProperty name="tip" value="rectangle"/>
      <inkml:brushProperty name="rasterOp" value="maskPen"/>
    </inkml:brush>
  </inkml:definitions>
  <inkml:trace contextRef="#ctx0" brushRef="#br0">0.000 1.000,'0.000'0.000</inkml:trace>
</inkml:ink>
</file>

<file path=ppt/ink/ink6.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traceFormat>
        <inkml:channelProperties>
          <inkml:channelProperty channel="X" name="resolution" value="1000" units="1/cm"/>
          <inkml:channelProperty channel="Y" name="resolution" value="1000" units="1/cm"/>
        </inkml:channelProperties>
      </inkml:inkSource>
      <inkml:timestamp xml:id="ts0" timeString="2024-10-30T05:40:55"/>
    </inkml:context>
    <inkml:brush xml:id="br0">
      <inkml:brushProperty name="width" value="0.5" units="cm"/>
      <inkml:brushProperty name="height" value="1" units="cm"/>
      <inkml:brushProperty name="color" value="#ffffff"/>
      <inkml:brushProperty name="tip" value="rectangle"/>
      <inkml:brushProperty name="rasterOp" value="maskPen"/>
    </inkml:brush>
  </inkml:definitions>
  <inkml:trace contextRef="#ctx0" brushRef="#br0">0.000 1.000,'0.000'0.000</inkml:trace>
</inkml:ink>
</file>

<file path=ppt/ink/ink7.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traceFormat>
        <inkml:channelProperties>
          <inkml:channelProperty channel="X" name="resolution" value="1000" units="1/cm"/>
          <inkml:channelProperty channel="Y" name="resolution" value="1000" units="1/cm"/>
        </inkml:channelProperties>
      </inkml:inkSource>
      <inkml:timestamp xml:id="ts0" timeString="2024-10-30T05:40:55"/>
    </inkml:context>
    <inkml:brush xml:id="br0">
      <inkml:brushProperty name="width" value="0.5" units="cm"/>
      <inkml:brushProperty name="height" value="1" units="cm"/>
      <inkml:brushProperty name="color" value="#ffffff"/>
      <inkml:brushProperty name="tip" value="rectangle"/>
      <inkml:brushProperty name="rasterOp" value="maskPen"/>
    </inkml:brush>
  </inkml:definitions>
  <inkml:trace contextRef="#ctx0" brushRef="#br0">0.000 1.000,'0.000'0.000</inkml:trace>
</inkml:ink>
</file>

<file path=ppt/ink/ink8.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traceFormat>
        <inkml:channelProperties>
          <inkml:channelProperty channel="X" name="resolution" value="1000" units="1/cm"/>
          <inkml:channelProperty channel="Y" name="resolution" value="1000" units="1/cm"/>
        </inkml:channelProperties>
      </inkml:inkSource>
      <inkml:timestamp xml:id="ts0" timeString="2024-10-30T05:40:55"/>
    </inkml:context>
    <inkml:brush xml:id="br0">
      <inkml:brushProperty name="width" value="0.5" units="cm"/>
      <inkml:brushProperty name="height" value="1" units="cm"/>
      <inkml:brushProperty name="color" value="#ffffff"/>
      <inkml:brushProperty name="tip" value="rectangle"/>
      <inkml:brushProperty name="rasterOp" value="maskPen"/>
    </inkml:brush>
  </inkml:definitions>
  <inkml:trace contextRef="#ctx0" brushRef="#br0">0.000 1.000,'0.000'0.000</inkml:trace>
</inkml:ink>
</file>

<file path=ppt/ink/ink9.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traceFormat>
        <inkml:channelProperties>
          <inkml:channelProperty channel="X" name="resolution" value="1000" units="1/cm"/>
          <inkml:channelProperty channel="Y" name="resolution" value="1000" units="1/cm"/>
        </inkml:channelProperties>
      </inkml:inkSource>
      <inkml:timestamp xml:id="ts0" timeString="2024-10-30T05:40:55"/>
    </inkml:context>
    <inkml:brush xml:id="br0">
      <inkml:brushProperty name="width" value="0.5" units="cm"/>
      <inkml:brushProperty name="height" value="1" units="cm"/>
      <inkml:brushProperty name="color" value="#ffffff"/>
      <inkml:brushProperty name="tip" value="rectangle"/>
      <inkml:brushProperty name="rasterOp" value="maskPen"/>
    </inkml:brush>
  </inkml:definitions>
  <inkml:trace contextRef="#ctx0" brushRef="#br0">1.000 0.000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1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E497948-54D2-43F8-9A63-A99FE3051738}"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r>
              <a:rPr lang="en-US"/>
              <a:t> </a:t>
            </a:r>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EBDA0E2-FEBD-4B65-8F16-724CF984F377}"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7" Type="http://schemas.openxmlformats.org/officeDocument/2006/relationships/image" Target="../media/image6.svg"/><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7" Type="http://schemas.openxmlformats.org/officeDocument/2006/relationships/image" Target="../media/image14.svg"/><Relationship Id="rId6" Type="http://schemas.openxmlformats.org/officeDocument/2006/relationships/image" Target="../media/image13.png"/><Relationship Id="rId5" Type="http://schemas.openxmlformats.org/officeDocument/2006/relationships/image" Target="../media/image12.svg"/><Relationship Id="rId4" Type="http://schemas.openxmlformats.org/officeDocument/2006/relationships/image" Target="../media/image11.png"/><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7" Type="http://schemas.openxmlformats.org/officeDocument/2006/relationships/image" Target="../media/image17.svg"/><Relationship Id="rId6" Type="http://schemas.openxmlformats.org/officeDocument/2006/relationships/image" Target="../media/image13.png"/><Relationship Id="rId5" Type="http://schemas.openxmlformats.org/officeDocument/2006/relationships/image" Target="../media/image16.svg"/><Relationship Id="rId4" Type="http://schemas.openxmlformats.org/officeDocument/2006/relationships/image" Target="../media/image11.png"/><Relationship Id="rId3" Type="http://schemas.openxmlformats.org/officeDocument/2006/relationships/image" Target="../media/image15.svg"/><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7" Type="http://schemas.openxmlformats.org/officeDocument/2006/relationships/image" Target="../media/image20.svg"/><Relationship Id="rId6" Type="http://schemas.openxmlformats.org/officeDocument/2006/relationships/image" Target="../media/image13.png"/><Relationship Id="rId5" Type="http://schemas.openxmlformats.org/officeDocument/2006/relationships/image" Target="../media/image19.svg"/><Relationship Id="rId4" Type="http://schemas.openxmlformats.org/officeDocument/2006/relationships/image" Target="../media/image11.png"/><Relationship Id="rId3" Type="http://schemas.openxmlformats.org/officeDocument/2006/relationships/image" Target="../media/image18.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7" Type="http://schemas.openxmlformats.org/officeDocument/2006/relationships/image" Target="../media/image23.svg"/><Relationship Id="rId6" Type="http://schemas.openxmlformats.org/officeDocument/2006/relationships/image" Target="../media/image13.png"/><Relationship Id="rId5" Type="http://schemas.openxmlformats.org/officeDocument/2006/relationships/image" Target="../media/image22.svg"/><Relationship Id="rId4" Type="http://schemas.openxmlformats.org/officeDocument/2006/relationships/image" Target="../media/image11.png"/><Relationship Id="rId3" Type="http://schemas.openxmlformats.org/officeDocument/2006/relationships/image" Target="../media/image21.svg"/><Relationship Id="rId2" Type="http://schemas.openxmlformats.org/officeDocument/2006/relationships/image" Target="../media/image9.png"/><Relationship Id="rId1" Type="http://schemas.openxmlformats.org/officeDocument/2006/relationships/slideMaster" Target="../slideMasters/slideMaster5.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1.xml.rels><?xml version="1.0" encoding="UTF-8" standalone="yes"?>
<Relationships xmlns="http://schemas.openxmlformats.org/package/2006/relationships"><Relationship Id="rId7" Type="http://schemas.openxmlformats.org/officeDocument/2006/relationships/image" Target="../media/image26.svg"/><Relationship Id="rId6" Type="http://schemas.openxmlformats.org/officeDocument/2006/relationships/image" Target="../media/image13.png"/><Relationship Id="rId5" Type="http://schemas.openxmlformats.org/officeDocument/2006/relationships/image" Target="../media/image25.svg"/><Relationship Id="rId4" Type="http://schemas.openxmlformats.org/officeDocument/2006/relationships/image" Target="../media/image11.png"/><Relationship Id="rId3" Type="http://schemas.openxmlformats.org/officeDocument/2006/relationships/image" Target="../media/image24.svg"/><Relationship Id="rId2" Type="http://schemas.openxmlformats.org/officeDocument/2006/relationships/image" Target="../media/image9.png"/><Relationship Id="rId1" Type="http://schemas.openxmlformats.org/officeDocument/2006/relationships/slideMaster" Target="../slideMasters/slideMaster6.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7.xml.rels><?xml version="1.0" encoding="UTF-8" standalone="yes"?>
<Relationships xmlns="http://schemas.openxmlformats.org/package/2006/relationships"><Relationship Id="rId7" Type="http://schemas.openxmlformats.org/officeDocument/2006/relationships/image" Target="../media/image14.svg"/><Relationship Id="rId6" Type="http://schemas.openxmlformats.org/officeDocument/2006/relationships/image" Target="../media/image13.png"/><Relationship Id="rId5" Type="http://schemas.openxmlformats.org/officeDocument/2006/relationships/image" Target="../media/image12.svg"/><Relationship Id="rId4" Type="http://schemas.openxmlformats.org/officeDocument/2006/relationships/image" Target="../media/image11.png"/><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7.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3.xml.rels><?xml version="1.0" encoding="UTF-8" standalone="yes"?>
<Relationships xmlns="http://schemas.openxmlformats.org/package/2006/relationships"><Relationship Id="rId7" Type="http://schemas.openxmlformats.org/officeDocument/2006/relationships/image" Target="../media/image17.svg"/><Relationship Id="rId6" Type="http://schemas.openxmlformats.org/officeDocument/2006/relationships/image" Target="../media/image13.png"/><Relationship Id="rId5" Type="http://schemas.openxmlformats.org/officeDocument/2006/relationships/image" Target="../media/image16.svg"/><Relationship Id="rId4" Type="http://schemas.openxmlformats.org/officeDocument/2006/relationships/image" Target="../media/image11.png"/><Relationship Id="rId3" Type="http://schemas.openxmlformats.org/officeDocument/2006/relationships/image" Target="../media/image15.svg"/><Relationship Id="rId2" Type="http://schemas.openxmlformats.org/officeDocument/2006/relationships/image" Target="../media/image9.png"/><Relationship Id="rId1" Type="http://schemas.openxmlformats.org/officeDocument/2006/relationships/slideMaster" Target="../slideMasters/slideMaster8.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49.xml.rels><?xml version="1.0" encoding="UTF-8" standalone="yes"?>
<Relationships xmlns="http://schemas.openxmlformats.org/package/2006/relationships"><Relationship Id="rId7" Type="http://schemas.openxmlformats.org/officeDocument/2006/relationships/image" Target="../media/image14.svg"/><Relationship Id="rId6" Type="http://schemas.openxmlformats.org/officeDocument/2006/relationships/image" Target="../media/image13.png"/><Relationship Id="rId5" Type="http://schemas.openxmlformats.org/officeDocument/2006/relationships/image" Target="../media/image12.svg"/><Relationship Id="rId4" Type="http://schemas.openxmlformats.org/officeDocument/2006/relationships/image" Target="../media/image11.png"/><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9.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55.xml.rels><?xml version="1.0" encoding="UTF-8" standalone="yes"?>
<Relationships xmlns="http://schemas.openxmlformats.org/package/2006/relationships"><Relationship Id="rId7" Type="http://schemas.openxmlformats.org/officeDocument/2006/relationships/image" Target="../media/image17.svg"/><Relationship Id="rId6" Type="http://schemas.openxmlformats.org/officeDocument/2006/relationships/image" Target="../media/image13.png"/><Relationship Id="rId5" Type="http://schemas.openxmlformats.org/officeDocument/2006/relationships/image" Target="../media/image16.svg"/><Relationship Id="rId4" Type="http://schemas.openxmlformats.org/officeDocument/2006/relationships/image" Target="../media/image11.png"/><Relationship Id="rId3" Type="http://schemas.openxmlformats.org/officeDocument/2006/relationships/image" Target="../media/image15.svg"/><Relationship Id="rId2" Type="http://schemas.openxmlformats.org/officeDocument/2006/relationships/image" Target="../media/image9.png"/><Relationship Id="rId1" Type="http://schemas.openxmlformats.org/officeDocument/2006/relationships/slideMaster" Target="../slideMasters/slideMaster10.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61.xml.rels><?xml version="1.0" encoding="UTF-8" standalone="yes"?>
<Relationships xmlns="http://schemas.openxmlformats.org/package/2006/relationships"><Relationship Id="rId7" Type="http://schemas.openxmlformats.org/officeDocument/2006/relationships/image" Target="../media/image14.svg"/><Relationship Id="rId6" Type="http://schemas.openxmlformats.org/officeDocument/2006/relationships/image" Target="../media/image13.png"/><Relationship Id="rId5" Type="http://schemas.openxmlformats.org/officeDocument/2006/relationships/image" Target="../media/image12.svg"/><Relationship Id="rId4" Type="http://schemas.openxmlformats.org/officeDocument/2006/relationships/image" Target="../media/image11.png"/><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showMasterSp="0">
  <p:cSld name="Title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13873" y="1168401"/>
            <a:ext cx="10964254" cy="2387600"/>
          </a:xfrm>
          <a:solidFill>
            <a:schemeClr val="bg2"/>
          </a:solidFill>
        </p:spPr>
        <p:txBody>
          <a:bodyPr anchor="b">
            <a:normAutofit/>
          </a:bodyPr>
          <a:lstStyle>
            <a:lvl1pPr algn="ctr">
              <a:defRPr sz="4800" b="0" i="0">
                <a:solidFill>
                  <a:srgbClr val="525252"/>
                </a:solidFill>
                <a:latin typeface="IBM Plex Sans SemiBold" panose="020B0503050203000203" pitchFamily="34" charset="0"/>
                <a:ea typeface="IBM Plex Sans SemiBold" panose="020B0503050203000203" pitchFamily="34" charset="0"/>
                <a:cs typeface="IBM Plex Sans SemiBold" panose="020B0503050203000203" pitchFamily="34" charset="0"/>
              </a:defRPr>
            </a:lvl1pPr>
          </a:lstStyle>
          <a:p>
            <a:r>
              <a:rPr lang="en-US"/>
              <a:t>Click to edit Master title style</a:t>
            </a:r>
            <a:endParaRPr lang="en-US" dirty="0"/>
          </a:p>
        </p:txBody>
      </p:sp>
      <p:sp>
        <p:nvSpPr>
          <p:cNvPr id="3" name="Subtitle 2"/>
          <p:cNvSpPr>
            <a:spLocks noGrp="1"/>
          </p:cNvSpPr>
          <p:nvPr>
            <p:ph type="subTitle" idx="1"/>
          </p:nvPr>
        </p:nvSpPr>
        <p:spPr>
          <a:xfrm>
            <a:off x="1528273" y="3731247"/>
            <a:ext cx="9135454" cy="1655762"/>
          </a:xfrm>
        </p:spPr>
        <p:txBody>
          <a:bodyPr>
            <a:normAutofit/>
          </a:bodyPr>
          <a:lstStyle>
            <a:lvl1pPr marL="0" indent="0" algn="ctr">
              <a:buNone/>
              <a:defRPr sz="2400" b="0" i="0">
                <a:solidFill>
                  <a:srgbClr val="525252"/>
                </a:solidFill>
                <a:latin typeface="IBM Plex Sans" panose="020B0503050203000203"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cxnSp>
        <p:nvCxnSpPr>
          <p:cNvPr id="8" name="Straight Connector 7"/>
          <p:cNvCxnSpPr/>
          <p:nvPr/>
        </p:nvCxnSpPr>
        <p:spPr>
          <a:xfrm>
            <a:off x="2880360" y="3649111"/>
            <a:ext cx="6431280" cy="0"/>
          </a:xfrm>
          <a:prstGeom prst="line">
            <a:avLst/>
          </a:prstGeom>
          <a:ln>
            <a:solidFill>
              <a:srgbClr val="6C4DEA"/>
            </a:solidFill>
          </a:ln>
        </p:spPr>
        <p:style>
          <a:lnRef idx="1">
            <a:schemeClr val="accent1"/>
          </a:lnRef>
          <a:fillRef idx="0">
            <a:schemeClr val="accent1"/>
          </a:fillRef>
          <a:effectRef idx="0">
            <a:schemeClr val="accent1"/>
          </a:effectRef>
          <a:fontRef idx="minor">
            <a:schemeClr val="tx1"/>
          </a:fontRef>
        </p:style>
      </p:cxnSp>
      <p:sp>
        <p:nvSpPr>
          <p:cNvPr id="9" name="Rectangle 8"/>
          <p:cNvSpPr>
            <a:spLocks noChangeArrowheads="1"/>
          </p:cNvSpPr>
          <p:nvPr/>
        </p:nvSpPr>
        <p:spPr bwMode="black">
          <a:xfrm>
            <a:off x="4093580" y="5537419"/>
            <a:ext cx="4004840" cy="304359"/>
          </a:xfrm>
          <a:prstGeom prst="rect">
            <a:avLst/>
          </a:prstGeom>
          <a:noFill/>
          <a:ln w="9525">
            <a:noFill/>
            <a:miter lim="800000"/>
          </a:ln>
        </p:spPr>
        <p:txBody>
          <a:bodyPr lIns="92075" tIns="46038" rIns="92075" bIns="46038"/>
          <a:lstStyle>
            <a:lvl1pPr eaLnBrk="0" hangingPunct="0">
              <a:defRPr b="1">
                <a:solidFill>
                  <a:schemeClr val="tx1"/>
                </a:solidFill>
                <a:latin typeface="Arial" panose="020B0604020202020204" pitchFamily="34" charset="0"/>
                <a:cs typeface="Arial" panose="020B0604020202020204" pitchFamily="34" charset="0"/>
              </a:defRPr>
            </a:lvl1pPr>
            <a:lvl2pPr marL="742950" indent="-285750" eaLnBrk="0" hangingPunct="0">
              <a:defRPr b="1">
                <a:solidFill>
                  <a:schemeClr val="tx1"/>
                </a:solidFill>
                <a:latin typeface="Arial" panose="020B0604020202020204" pitchFamily="34" charset="0"/>
                <a:cs typeface="Arial" panose="020B0604020202020204" pitchFamily="34" charset="0"/>
              </a:defRPr>
            </a:lvl2pPr>
            <a:lvl3pPr marL="1143000" indent="-228600" eaLnBrk="0" hangingPunct="0">
              <a:defRPr b="1">
                <a:solidFill>
                  <a:schemeClr val="tx1"/>
                </a:solidFill>
                <a:latin typeface="Arial" panose="020B0604020202020204" pitchFamily="34" charset="0"/>
                <a:cs typeface="Arial" panose="020B0604020202020204" pitchFamily="34" charset="0"/>
              </a:defRPr>
            </a:lvl3pPr>
            <a:lvl4pPr marL="1600200" indent="-228600" eaLnBrk="0" hangingPunct="0">
              <a:defRPr b="1">
                <a:solidFill>
                  <a:schemeClr val="tx1"/>
                </a:solidFill>
                <a:latin typeface="Arial" panose="020B0604020202020204" pitchFamily="34" charset="0"/>
                <a:cs typeface="Arial" panose="020B0604020202020204" pitchFamily="34" charset="0"/>
              </a:defRPr>
            </a:lvl4pPr>
            <a:lvl5pPr marL="2057400" indent="-228600" eaLnBrk="0" hangingPunct="0">
              <a:defRPr b="1">
                <a:solidFill>
                  <a:schemeClr val="tx1"/>
                </a:solidFill>
                <a:latin typeface="Arial" panose="020B0604020202020204" pitchFamily="34" charset="0"/>
                <a:cs typeface="Arial" panose="020B0604020202020204" pitchFamily="34" charset="0"/>
              </a:defRPr>
            </a:lvl5pPr>
            <a:lvl6pPr marL="2514600" indent="-228600" algn="r"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6pPr>
            <a:lvl7pPr marL="2971800" indent="-228600" algn="r"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7pPr>
            <a:lvl8pPr marL="3429000" indent="-228600" algn="r"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8pPr>
            <a:lvl9pPr marL="3886200" indent="-228600" algn="r"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9pPr>
          </a:lstStyle>
          <a:p>
            <a:pPr algn="ctr" eaLnBrk="1" hangingPunct="1"/>
            <a:r>
              <a:rPr lang="en-US" sz="1400" b="0">
                <a:solidFill>
                  <a:srgbClr val="000000"/>
                </a:solidFill>
                <a:latin typeface="Helv"/>
              </a:rPr>
              <a:t>© IBM Corporation. All rights reserved.</a:t>
            </a:r>
            <a:endParaRPr lang="en-US" sz="1400" b="0">
              <a:solidFill>
                <a:srgbClr val="000000"/>
              </a:solidFill>
              <a:latin typeface="Helv"/>
            </a:endParaRPr>
          </a:p>
        </p:txBody>
      </p:sp>
      <p:grpSp>
        <p:nvGrpSpPr>
          <p:cNvPr id="5" name="Group 4"/>
          <p:cNvGrpSpPr/>
          <p:nvPr userDrawn="1"/>
        </p:nvGrpSpPr>
        <p:grpSpPr>
          <a:xfrm>
            <a:off x="11094856" y="6244940"/>
            <a:ext cx="1098532" cy="613059"/>
            <a:chOff x="8965342" y="4231217"/>
            <a:chExt cx="1608171" cy="897474"/>
          </a:xfrm>
        </p:grpSpPr>
        <p:pic>
          <p:nvPicPr>
            <p:cNvPr id="6" name="Graphic 5"/>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321121" y="4418033"/>
              <a:ext cx="897474" cy="355817"/>
            </a:xfrm>
            <a:prstGeom prst="rect">
              <a:avLst/>
            </a:prstGeom>
          </p:spPr>
        </p:pic>
        <p:pic>
          <p:nvPicPr>
            <p:cNvPr id="11" name="Graphic 10" hidden="1"/>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9321121" y="4772874"/>
              <a:ext cx="897474" cy="355817"/>
            </a:xfrm>
            <a:prstGeom prst="rect">
              <a:avLst/>
            </a:prstGeom>
          </p:spPr>
        </p:pic>
        <p:pic>
          <p:nvPicPr>
            <p:cNvPr id="12" name="Graphic 11" hidden="1"/>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rot="16200000">
              <a:off x="9946868" y="4502045"/>
              <a:ext cx="897474" cy="355817"/>
            </a:xfrm>
            <a:prstGeom prst="rect">
              <a:avLst/>
            </a:prstGeom>
          </p:spPr>
        </p:pic>
        <p:pic>
          <p:nvPicPr>
            <p:cNvPr id="13" name="Graphic 12" hidden="1"/>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rot="16200000">
              <a:off x="8694514" y="4502045"/>
              <a:ext cx="897474" cy="355817"/>
            </a:xfrm>
            <a:prstGeom prst="rect">
              <a:avLst/>
            </a:prstGeom>
          </p:spPr>
        </p:pic>
      </p:grpSp>
      <p:pic>
        <p:nvPicPr>
          <p:cNvPr id="14" name="Graphic 13"/>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241053" y="6372101"/>
            <a:ext cx="1630680" cy="247650"/>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525252"/>
                </a:solidFill>
              </a:defRPr>
            </a:lvl1pPr>
          </a:lstStyle>
          <a:p>
            <a:r>
              <a:rPr lang="en-US"/>
              <a:t>Click to edit Master title style</a:t>
            </a:r>
            <a:endParaRPr lang="en-US" dirty="0"/>
          </a:p>
        </p:txBody>
      </p:sp>
      <p:sp>
        <p:nvSpPr>
          <p:cNvPr id="3" name="Content Placeholder 2"/>
          <p:cNvSpPr>
            <a:spLocks noGrp="1"/>
          </p:cNvSpPr>
          <p:nvPr>
            <p:ph idx="1"/>
          </p:nvPr>
        </p:nvSpPr>
        <p:spPr>
          <a:xfrm>
            <a:off x="838200" y="1600199"/>
            <a:ext cx="10744200" cy="4572000"/>
          </a:xfrm>
        </p:spPr>
        <p:txBody>
          <a:bodyPr/>
          <a:lstStyle>
            <a:lvl1pPr>
              <a:defRPr>
                <a:solidFill>
                  <a:srgbClr val="262626"/>
                </a:solidFill>
              </a:defRPr>
            </a:lvl1pPr>
            <a:lvl2pPr>
              <a:defRPr>
                <a:solidFill>
                  <a:srgbClr val="262626"/>
                </a:solidFill>
              </a:defRPr>
            </a:lvl2pPr>
            <a:lvl3pPr>
              <a:defRPr>
                <a:solidFill>
                  <a:srgbClr val="262626"/>
                </a:solidFill>
              </a:defRPr>
            </a:lvl3pPr>
            <a:lvl4pPr>
              <a:defRPr>
                <a:solidFill>
                  <a:srgbClr val="262626"/>
                </a:solidFill>
              </a:defRPr>
            </a:lvl4pPr>
            <a:lvl5pPr>
              <a:defRPr>
                <a:solidFill>
                  <a:srgbClr val="262626"/>
                </a:solidFill>
              </a:defRPr>
            </a:lvl5pPr>
          </a:lstStyle>
          <a:p>
            <a:pPr lvl="0"/>
            <a:r>
              <a:rPr lang="en-US"/>
              <a:t>Click to edit Master text styles</a:t>
            </a:r>
            <a:endParaRPr lang="en-US"/>
          </a:p>
          <a:p>
            <a:pPr lvl="1"/>
            <a:r>
              <a:rPr lang="en-US"/>
              <a:t>Second level</a:t>
            </a:r>
            <a:endParaRPr lang="en-US"/>
          </a:p>
          <a:p>
            <a:pPr lvl="2"/>
            <a:r>
              <a:rPr lang="en-US"/>
              <a:t>Third level</a:t>
            </a:r>
            <a:endParaRPr lang="en-US"/>
          </a:p>
        </p:txBody>
      </p:sp>
      <p:cxnSp>
        <p:nvCxnSpPr>
          <p:cNvPr id="7" name="Straight Connector 6"/>
          <p:cNvCxnSpPr/>
          <p:nvPr/>
        </p:nvCxnSpPr>
        <p:spPr>
          <a:xfrm>
            <a:off x="838200" y="1296645"/>
            <a:ext cx="10515600" cy="368"/>
          </a:xfrm>
          <a:prstGeom prst="line">
            <a:avLst/>
          </a:prstGeom>
          <a:ln>
            <a:solidFill>
              <a:srgbClr val="6C4DEA"/>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i="0">
                <a:solidFill>
                  <a:srgbClr val="525252"/>
                </a:solidFill>
                <a:latin typeface="IBM Plex Sans SemiBold" panose="020B0503050203000203" pitchFamily="34" charset="0"/>
              </a:defRPr>
            </a:lvl1pPr>
          </a:lstStyle>
          <a:p>
            <a:r>
              <a:rPr lang="en-US"/>
              <a:t>Click to edit Master title style</a:t>
            </a:r>
            <a:endParaRPr lang="en-US" dirty="0"/>
          </a:p>
        </p:txBody>
      </p:sp>
      <p:sp>
        <p:nvSpPr>
          <p:cNvPr id="3" name="Content Placeholder 2"/>
          <p:cNvSpPr>
            <a:spLocks noGrp="1"/>
          </p:cNvSpPr>
          <p:nvPr>
            <p:ph sz="half" idx="1"/>
          </p:nvPr>
        </p:nvSpPr>
        <p:spPr>
          <a:xfrm>
            <a:off x="838200" y="1600200"/>
            <a:ext cx="5181600" cy="4572000"/>
          </a:xfrm>
        </p:spPr>
        <p:txBody>
          <a:bodyPr/>
          <a:lstStyle>
            <a:lvl1pPr>
              <a:defRPr>
                <a:solidFill>
                  <a:srgbClr val="262626"/>
                </a:solidFill>
              </a:defRPr>
            </a:lvl1pPr>
            <a:lvl2pPr>
              <a:defRPr>
                <a:solidFill>
                  <a:srgbClr val="262626"/>
                </a:solidFill>
              </a:defRPr>
            </a:lvl2pPr>
            <a:lvl3pPr>
              <a:defRPr>
                <a:solidFill>
                  <a:srgbClr val="262626"/>
                </a:solidFill>
              </a:defRPr>
            </a:lvl3pPr>
            <a:lvl4pPr>
              <a:defRPr>
                <a:solidFill>
                  <a:srgbClr val="525252"/>
                </a:solidFill>
              </a:defRPr>
            </a:lvl4pPr>
            <a:lvl5pPr>
              <a:defRPr>
                <a:solidFill>
                  <a:srgbClr val="525252"/>
                </a:solidFill>
              </a:defRPr>
            </a:lvl5pPr>
          </a:lstStyle>
          <a:p>
            <a:pPr lvl="0"/>
            <a:r>
              <a:rPr lang="en-US"/>
              <a:t>Click to edit Master text styles</a:t>
            </a:r>
            <a:endParaRPr lang="en-US"/>
          </a:p>
          <a:p>
            <a:pPr lvl="1"/>
            <a:r>
              <a:rPr lang="en-US"/>
              <a:t>Second level</a:t>
            </a:r>
            <a:endParaRPr lang="en-US"/>
          </a:p>
          <a:p>
            <a:pPr lvl="2"/>
            <a:r>
              <a:rPr lang="en-US"/>
              <a:t>Third level</a:t>
            </a:r>
            <a:endParaRPr lang="en-US"/>
          </a:p>
        </p:txBody>
      </p:sp>
      <p:sp>
        <p:nvSpPr>
          <p:cNvPr id="4" name="Content Placeholder 3"/>
          <p:cNvSpPr>
            <a:spLocks noGrp="1"/>
          </p:cNvSpPr>
          <p:nvPr>
            <p:ph sz="half" idx="2"/>
          </p:nvPr>
        </p:nvSpPr>
        <p:spPr>
          <a:xfrm>
            <a:off x="6172200" y="1600200"/>
            <a:ext cx="5181600" cy="4572000"/>
          </a:xfrm>
        </p:spPr>
        <p:txBody>
          <a:bodyPr/>
          <a:lstStyle>
            <a:lvl1pPr>
              <a:defRPr>
                <a:solidFill>
                  <a:srgbClr val="262626"/>
                </a:solidFill>
              </a:defRPr>
            </a:lvl1pPr>
            <a:lvl2pPr>
              <a:defRPr>
                <a:solidFill>
                  <a:srgbClr val="262626"/>
                </a:solidFill>
              </a:defRPr>
            </a:lvl2pPr>
            <a:lvl3pPr>
              <a:defRPr>
                <a:solidFill>
                  <a:srgbClr val="262626"/>
                </a:solidFill>
              </a:defRPr>
            </a:lvl3pPr>
            <a:lvl4pPr>
              <a:defRPr>
                <a:solidFill>
                  <a:srgbClr val="525252"/>
                </a:solidFill>
              </a:defRPr>
            </a:lvl4pPr>
            <a:lvl5pPr>
              <a:defRPr>
                <a:solidFill>
                  <a:srgbClr val="525252"/>
                </a:solidFill>
              </a:defRPr>
            </a:lvl5pPr>
          </a:lstStyle>
          <a:p>
            <a:pPr lvl="0"/>
            <a:r>
              <a:rPr lang="en-US"/>
              <a:t>Click to edit Master text styles</a:t>
            </a:r>
            <a:endParaRPr lang="en-US"/>
          </a:p>
          <a:p>
            <a:pPr lvl="1"/>
            <a:r>
              <a:rPr lang="en-US"/>
              <a:t>Second level</a:t>
            </a:r>
            <a:endParaRPr lang="en-US"/>
          </a:p>
          <a:p>
            <a:pPr lvl="2"/>
            <a:r>
              <a:rPr lang="en-US"/>
              <a:t>Third level</a:t>
            </a:r>
            <a:endParaRPr lang="en-US"/>
          </a:p>
        </p:txBody>
      </p:sp>
      <p:cxnSp>
        <p:nvCxnSpPr>
          <p:cNvPr id="8" name="Straight Connector 7"/>
          <p:cNvCxnSpPr/>
          <p:nvPr/>
        </p:nvCxnSpPr>
        <p:spPr>
          <a:xfrm>
            <a:off x="838200" y="1364249"/>
            <a:ext cx="10515600" cy="368"/>
          </a:xfrm>
          <a:prstGeom prst="line">
            <a:avLst/>
          </a:prstGeom>
          <a:ln>
            <a:solidFill>
              <a:srgbClr val="6C4DEA"/>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9" name="Title 1"/>
          <p:cNvSpPr>
            <a:spLocks noGrp="1"/>
          </p:cNvSpPr>
          <p:nvPr>
            <p:ph type="ctrTitle"/>
          </p:nvPr>
        </p:nvSpPr>
        <p:spPr>
          <a:xfrm>
            <a:off x="1524000" y="1122363"/>
            <a:ext cx="9144000" cy="2387600"/>
          </a:xfrm>
        </p:spPr>
        <p:txBody>
          <a:bodyPr anchor="b">
            <a:normAutofit/>
          </a:bodyPr>
          <a:lstStyle>
            <a:lvl1pPr algn="ctr">
              <a:defRPr sz="4800" b="1" i="0">
                <a:solidFill>
                  <a:srgbClr val="525252"/>
                </a:solidFill>
                <a:latin typeface="IBM Plex Sans SemiBold" panose="020B0503050203000203" pitchFamily="34" charset="0"/>
                <a:ea typeface="IBM Plex Sans SemiBold" panose="020B0503050203000203" pitchFamily="34" charset="0"/>
                <a:cs typeface="IBM Plex Sans SemiBold" panose="020B0503050203000203" pitchFamily="34" charset="0"/>
              </a:defRPr>
            </a:lvl1pPr>
          </a:lstStyle>
          <a:p>
            <a:r>
              <a:rPr lang="en-US"/>
              <a:t>Click to edit Master title style</a:t>
            </a:r>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showMasterSp="0">
  <p:cSld name="2_Blank">
    <p:bg>
      <p:bgPr>
        <a:solidFill>
          <a:schemeClr val="bg2"/>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showMasterSp="0">
  <p:cSld name="Title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13873" y="1168401"/>
            <a:ext cx="10964254" cy="2387600"/>
          </a:xfrm>
          <a:solidFill>
            <a:schemeClr val="bg2"/>
          </a:solidFill>
        </p:spPr>
        <p:txBody>
          <a:bodyPr anchor="b">
            <a:normAutofit/>
          </a:bodyPr>
          <a:lstStyle>
            <a:lvl1pPr algn="ctr">
              <a:defRPr sz="4800" b="0" i="0">
                <a:solidFill>
                  <a:srgbClr val="525252"/>
                </a:solidFill>
                <a:latin typeface="IBM Plex Sans SemiBold" panose="020B0503050203000203" pitchFamily="34" charset="0"/>
                <a:ea typeface="IBM Plex Sans SemiBold" panose="020B0503050203000203" pitchFamily="34" charset="0"/>
                <a:cs typeface="IBM Plex Sans SemiBold" panose="020B0503050203000203" pitchFamily="34" charset="0"/>
              </a:defRPr>
            </a:lvl1pPr>
          </a:lstStyle>
          <a:p>
            <a:r>
              <a:rPr lang="en-US"/>
              <a:t>Click to edit Master title style</a:t>
            </a:r>
            <a:endParaRPr lang="en-US" dirty="0"/>
          </a:p>
        </p:txBody>
      </p:sp>
      <p:sp>
        <p:nvSpPr>
          <p:cNvPr id="3" name="Subtitle 2"/>
          <p:cNvSpPr>
            <a:spLocks noGrp="1"/>
          </p:cNvSpPr>
          <p:nvPr>
            <p:ph type="subTitle" idx="1"/>
          </p:nvPr>
        </p:nvSpPr>
        <p:spPr>
          <a:xfrm>
            <a:off x="1528273" y="3731247"/>
            <a:ext cx="9135454" cy="1655762"/>
          </a:xfrm>
        </p:spPr>
        <p:txBody>
          <a:bodyPr>
            <a:normAutofit/>
          </a:bodyPr>
          <a:lstStyle>
            <a:lvl1pPr marL="0" indent="0" algn="ctr">
              <a:buNone/>
              <a:defRPr sz="2400" b="0" i="0">
                <a:solidFill>
                  <a:srgbClr val="525252"/>
                </a:solidFill>
                <a:latin typeface="IBM Plex Sans" panose="020B0503050203000203"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cxnSp>
        <p:nvCxnSpPr>
          <p:cNvPr id="8" name="Straight Connector 7"/>
          <p:cNvCxnSpPr/>
          <p:nvPr/>
        </p:nvCxnSpPr>
        <p:spPr>
          <a:xfrm>
            <a:off x="2880360" y="3649111"/>
            <a:ext cx="6431280" cy="0"/>
          </a:xfrm>
          <a:prstGeom prst="line">
            <a:avLst/>
          </a:prstGeom>
          <a:ln>
            <a:solidFill>
              <a:srgbClr val="6C4DEA"/>
            </a:solidFill>
          </a:ln>
        </p:spPr>
        <p:style>
          <a:lnRef idx="1">
            <a:schemeClr val="accent1"/>
          </a:lnRef>
          <a:fillRef idx="0">
            <a:schemeClr val="accent1"/>
          </a:fillRef>
          <a:effectRef idx="0">
            <a:schemeClr val="accent1"/>
          </a:effectRef>
          <a:fontRef idx="minor">
            <a:schemeClr val="tx1"/>
          </a:fontRef>
        </p:style>
      </p:cxnSp>
      <p:sp>
        <p:nvSpPr>
          <p:cNvPr id="9" name="Rectangle 8"/>
          <p:cNvSpPr>
            <a:spLocks noChangeArrowheads="1"/>
          </p:cNvSpPr>
          <p:nvPr/>
        </p:nvSpPr>
        <p:spPr bwMode="black">
          <a:xfrm>
            <a:off x="4093580" y="5537419"/>
            <a:ext cx="4004840" cy="304359"/>
          </a:xfrm>
          <a:prstGeom prst="rect">
            <a:avLst/>
          </a:prstGeom>
          <a:noFill/>
          <a:ln w="9525">
            <a:noFill/>
            <a:miter lim="800000"/>
          </a:ln>
        </p:spPr>
        <p:txBody>
          <a:bodyPr lIns="92075" tIns="46038" rIns="92075" bIns="46038"/>
          <a:lstStyle>
            <a:lvl1pPr eaLnBrk="0" hangingPunct="0">
              <a:defRPr b="1">
                <a:solidFill>
                  <a:schemeClr val="tx1"/>
                </a:solidFill>
                <a:latin typeface="Arial" panose="020B0604020202020204" pitchFamily="34" charset="0"/>
                <a:cs typeface="Arial" panose="020B0604020202020204" pitchFamily="34" charset="0"/>
              </a:defRPr>
            </a:lvl1pPr>
            <a:lvl2pPr marL="742950" indent="-285750" eaLnBrk="0" hangingPunct="0">
              <a:defRPr b="1">
                <a:solidFill>
                  <a:schemeClr val="tx1"/>
                </a:solidFill>
                <a:latin typeface="Arial" panose="020B0604020202020204" pitchFamily="34" charset="0"/>
                <a:cs typeface="Arial" panose="020B0604020202020204" pitchFamily="34" charset="0"/>
              </a:defRPr>
            </a:lvl2pPr>
            <a:lvl3pPr marL="1143000" indent="-228600" eaLnBrk="0" hangingPunct="0">
              <a:defRPr b="1">
                <a:solidFill>
                  <a:schemeClr val="tx1"/>
                </a:solidFill>
                <a:latin typeface="Arial" panose="020B0604020202020204" pitchFamily="34" charset="0"/>
                <a:cs typeface="Arial" panose="020B0604020202020204" pitchFamily="34" charset="0"/>
              </a:defRPr>
            </a:lvl3pPr>
            <a:lvl4pPr marL="1600200" indent="-228600" eaLnBrk="0" hangingPunct="0">
              <a:defRPr b="1">
                <a:solidFill>
                  <a:schemeClr val="tx1"/>
                </a:solidFill>
                <a:latin typeface="Arial" panose="020B0604020202020204" pitchFamily="34" charset="0"/>
                <a:cs typeface="Arial" panose="020B0604020202020204" pitchFamily="34" charset="0"/>
              </a:defRPr>
            </a:lvl4pPr>
            <a:lvl5pPr marL="2057400" indent="-228600" eaLnBrk="0" hangingPunct="0">
              <a:defRPr b="1">
                <a:solidFill>
                  <a:schemeClr val="tx1"/>
                </a:solidFill>
                <a:latin typeface="Arial" panose="020B0604020202020204" pitchFamily="34" charset="0"/>
                <a:cs typeface="Arial" panose="020B0604020202020204" pitchFamily="34" charset="0"/>
              </a:defRPr>
            </a:lvl5pPr>
            <a:lvl6pPr marL="2514600" indent="-228600" algn="r"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6pPr>
            <a:lvl7pPr marL="2971800" indent="-228600" algn="r"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7pPr>
            <a:lvl8pPr marL="3429000" indent="-228600" algn="r"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8pPr>
            <a:lvl9pPr marL="3886200" indent="-228600" algn="r"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9pPr>
          </a:lstStyle>
          <a:p>
            <a:pPr algn="ctr" eaLnBrk="1" hangingPunct="1"/>
            <a:r>
              <a:rPr lang="en-US" sz="1400" b="0">
                <a:solidFill>
                  <a:srgbClr val="000000"/>
                </a:solidFill>
                <a:latin typeface="Helv"/>
              </a:rPr>
              <a:t>© IBM Corporation. All rights reserved.</a:t>
            </a:r>
            <a:endParaRPr lang="en-US" sz="1400" b="0">
              <a:solidFill>
                <a:srgbClr val="000000"/>
              </a:solidFill>
              <a:latin typeface="Helv"/>
            </a:endParaRPr>
          </a:p>
        </p:txBody>
      </p:sp>
      <p:grpSp>
        <p:nvGrpSpPr>
          <p:cNvPr id="5" name="Group 4"/>
          <p:cNvGrpSpPr/>
          <p:nvPr userDrawn="1"/>
        </p:nvGrpSpPr>
        <p:grpSpPr>
          <a:xfrm>
            <a:off x="11094856" y="6244940"/>
            <a:ext cx="1098532" cy="613059"/>
            <a:chOff x="8965342" y="4231217"/>
            <a:chExt cx="1608171" cy="897474"/>
          </a:xfrm>
        </p:grpSpPr>
        <p:pic>
          <p:nvPicPr>
            <p:cNvPr id="6" name="Graphic 5"/>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321121" y="4418033"/>
              <a:ext cx="897474" cy="355817"/>
            </a:xfrm>
            <a:prstGeom prst="rect">
              <a:avLst/>
            </a:prstGeom>
          </p:spPr>
        </p:pic>
        <p:pic>
          <p:nvPicPr>
            <p:cNvPr id="11" name="Graphic 10" hidden="1"/>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9321121" y="4772874"/>
              <a:ext cx="897474" cy="355817"/>
            </a:xfrm>
            <a:prstGeom prst="rect">
              <a:avLst/>
            </a:prstGeom>
          </p:spPr>
        </p:pic>
        <p:pic>
          <p:nvPicPr>
            <p:cNvPr id="12" name="Graphic 11" hidden="1"/>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rot="16200000">
              <a:off x="9946868" y="4502045"/>
              <a:ext cx="897474" cy="355817"/>
            </a:xfrm>
            <a:prstGeom prst="rect">
              <a:avLst/>
            </a:prstGeom>
          </p:spPr>
        </p:pic>
        <p:pic>
          <p:nvPicPr>
            <p:cNvPr id="13" name="Graphic 12" hidden="1"/>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rot="16200000">
              <a:off x="8694514" y="4502045"/>
              <a:ext cx="897474" cy="355817"/>
            </a:xfrm>
            <a:prstGeom prst="rect">
              <a:avLst/>
            </a:prstGeom>
          </p:spPr>
        </p:pic>
      </p:grpSp>
      <p:pic>
        <p:nvPicPr>
          <p:cNvPr id="14" name="Graphic 13"/>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241053" y="6372101"/>
            <a:ext cx="1630680" cy="24765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525252"/>
                </a:solidFill>
              </a:defRPr>
            </a:lvl1pPr>
          </a:lstStyle>
          <a:p>
            <a:r>
              <a:rPr lang="en-US"/>
              <a:t>Click to edit Master title style</a:t>
            </a:r>
            <a:endParaRPr lang="en-US" dirty="0"/>
          </a:p>
        </p:txBody>
      </p:sp>
      <p:sp>
        <p:nvSpPr>
          <p:cNvPr id="3" name="Content Placeholder 2"/>
          <p:cNvSpPr>
            <a:spLocks noGrp="1"/>
          </p:cNvSpPr>
          <p:nvPr>
            <p:ph idx="1"/>
          </p:nvPr>
        </p:nvSpPr>
        <p:spPr>
          <a:xfrm>
            <a:off x="838200" y="1600199"/>
            <a:ext cx="10744200" cy="4572000"/>
          </a:xfrm>
        </p:spPr>
        <p:txBody>
          <a:bodyPr/>
          <a:lstStyle>
            <a:lvl1pPr>
              <a:defRPr>
                <a:solidFill>
                  <a:srgbClr val="262626"/>
                </a:solidFill>
              </a:defRPr>
            </a:lvl1pPr>
            <a:lvl2pPr>
              <a:defRPr>
                <a:solidFill>
                  <a:srgbClr val="262626"/>
                </a:solidFill>
              </a:defRPr>
            </a:lvl2pPr>
            <a:lvl3pPr>
              <a:defRPr>
                <a:solidFill>
                  <a:srgbClr val="262626"/>
                </a:solidFill>
              </a:defRPr>
            </a:lvl3pPr>
            <a:lvl4pPr>
              <a:defRPr>
                <a:solidFill>
                  <a:srgbClr val="262626"/>
                </a:solidFill>
              </a:defRPr>
            </a:lvl4pPr>
            <a:lvl5pPr>
              <a:defRPr>
                <a:solidFill>
                  <a:srgbClr val="262626"/>
                </a:solidFill>
              </a:defRPr>
            </a:lvl5pPr>
          </a:lstStyle>
          <a:p>
            <a:pPr lvl="0"/>
            <a:r>
              <a:rPr lang="en-US"/>
              <a:t>Click to edit Master text styles</a:t>
            </a:r>
            <a:endParaRPr lang="en-US"/>
          </a:p>
          <a:p>
            <a:pPr lvl="1"/>
            <a:r>
              <a:rPr lang="en-US"/>
              <a:t>Second level</a:t>
            </a:r>
            <a:endParaRPr lang="en-US"/>
          </a:p>
          <a:p>
            <a:pPr lvl="2"/>
            <a:r>
              <a:rPr lang="en-US"/>
              <a:t>Third level</a:t>
            </a:r>
            <a:endParaRPr lang="en-US"/>
          </a:p>
        </p:txBody>
      </p:sp>
      <p:cxnSp>
        <p:nvCxnSpPr>
          <p:cNvPr id="7" name="Straight Connector 6"/>
          <p:cNvCxnSpPr/>
          <p:nvPr/>
        </p:nvCxnSpPr>
        <p:spPr>
          <a:xfrm>
            <a:off x="838200" y="1296645"/>
            <a:ext cx="10515600" cy="368"/>
          </a:xfrm>
          <a:prstGeom prst="line">
            <a:avLst/>
          </a:prstGeom>
          <a:ln>
            <a:solidFill>
              <a:srgbClr val="6C4DEA"/>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i="0">
                <a:solidFill>
                  <a:srgbClr val="525252"/>
                </a:solidFill>
                <a:latin typeface="IBM Plex Sans SemiBold" panose="020B0503050203000203" pitchFamily="34" charset="0"/>
              </a:defRPr>
            </a:lvl1pPr>
          </a:lstStyle>
          <a:p>
            <a:r>
              <a:rPr lang="en-US"/>
              <a:t>Click to edit Master title style</a:t>
            </a:r>
            <a:endParaRPr lang="en-US" dirty="0"/>
          </a:p>
        </p:txBody>
      </p:sp>
      <p:sp>
        <p:nvSpPr>
          <p:cNvPr id="3" name="Content Placeholder 2"/>
          <p:cNvSpPr>
            <a:spLocks noGrp="1"/>
          </p:cNvSpPr>
          <p:nvPr>
            <p:ph sz="half" idx="1"/>
          </p:nvPr>
        </p:nvSpPr>
        <p:spPr>
          <a:xfrm>
            <a:off x="838200" y="1600200"/>
            <a:ext cx="5181600" cy="4572000"/>
          </a:xfrm>
        </p:spPr>
        <p:txBody>
          <a:bodyPr/>
          <a:lstStyle>
            <a:lvl1pPr>
              <a:defRPr>
                <a:solidFill>
                  <a:srgbClr val="262626"/>
                </a:solidFill>
              </a:defRPr>
            </a:lvl1pPr>
            <a:lvl2pPr>
              <a:defRPr>
                <a:solidFill>
                  <a:srgbClr val="262626"/>
                </a:solidFill>
              </a:defRPr>
            </a:lvl2pPr>
            <a:lvl3pPr>
              <a:defRPr>
                <a:solidFill>
                  <a:srgbClr val="262626"/>
                </a:solidFill>
              </a:defRPr>
            </a:lvl3pPr>
            <a:lvl4pPr>
              <a:defRPr>
                <a:solidFill>
                  <a:srgbClr val="525252"/>
                </a:solidFill>
              </a:defRPr>
            </a:lvl4pPr>
            <a:lvl5pPr>
              <a:defRPr>
                <a:solidFill>
                  <a:srgbClr val="525252"/>
                </a:solidFill>
              </a:defRPr>
            </a:lvl5pPr>
          </a:lstStyle>
          <a:p>
            <a:pPr lvl="0"/>
            <a:r>
              <a:rPr lang="en-US"/>
              <a:t>Click to edit Master text styles</a:t>
            </a:r>
            <a:endParaRPr lang="en-US"/>
          </a:p>
          <a:p>
            <a:pPr lvl="1"/>
            <a:r>
              <a:rPr lang="en-US"/>
              <a:t>Second level</a:t>
            </a:r>
            <a:endParaRPr lang="en-US"/>
          </a:p>
          <a:p>
            <a:pPr lvl="2"/>
            <a:r>
              <a:rPr lang="en-US"/>
              <a:t>Third level</a:t>
            </a:r>
            <a:endParaRPr lang="en-US"/>
          </a:p>
        </p:txBody>
      </p:sp>
      <p:sp>
        <p:nvSpPr>
          <p:cNvPr id="4" name="Content Placeholder 3"/>
          <p:cNvSpPr>
            <a:spLocks noGrp="1"/>
          </p:cNvSpPr>
          <p:nvPr>
            <p:ph sz="half" idx="2"/>
          </p:nvPr>
        </p:nvSpPr>
        <p:spPr>
          <a:xfrm>
            <a:off x="6172200" y="1600200"/>
            <a:ext cx="5181600" cy="4572000"/>
          </a:xfrm>
        </p:spPr>
        <p:txBody>
          <a:bodyPr/>
          <a:lstStyle>
            <a:lvl1pPr>
              <a:defRPr>
                <a:solidFill>
                  <a:srgbClr val="262626"/>
                </a:solidFill>
              </a:defRPr>
            </a:lvl1pPr>
            <a:lvl2pPr>
              <a:defRPr>
                <a:solidFill>
                  <a:srgbClr val="262626"/>
                </a:solidFill>
              </a:defRPr>
            </a:lvl2pPr>
            <a:lvl3pPr>
              <a:defRPr>
                <a:solidFill>
                  <a:srgbClr val="262626"/>
                </a:solidFill>
              </a:defRPr>
            </a:lvl3pPr>
            <a:lvl4pPr>
              <a:defRPr>
                <a:solidFill>
                  <a:srgbClr val="525252"/>
                </a:solidFill>
              </a:defRPr>
            </a:lvl4pPr>
            <a:lvl5pPr>
              <a:defRPr>
                <a:solidFill>
                  <a:srgbClr val="525252"/>
                </a:solidFill>
              </a:defRPr>
            </a:lvl5pPr>
          </a:lstStyle>
          <a:p>
            <a:pPr lvl="0"/>
            <a:r>
              <a:rPr lang="en-US"/>
              <a:t>Click to edit Master text styles</a:t>
            </a:r>
            <a:endParaRPr lang="en-US"/>
          </a:p>
          <a:p>
            <a:pPr lvl="1"/>
            <a:r>
              <a:rPr lang="en-US"/>
              <a:t>Second level</a:t>
            </a:r>
            <a:endParaRPr lang="en-US"/>
          </a:p>
          <a:p>
            <a:pPr lvl="2"/>
            <a:r>
              <a:rPr lang="en-US"/>
              <a:t>Third level</a:t>
            </a:r>
            <a:endParaRPr lang="en-US"/>
          </a:p>
        </p:txBody>
      </p:sp>
      <p:cxnSp>
        <p:nvCxnSpPr>
          <p:cNvPr id="8" name="Straight Connector 7"/>
          <p:cNvCxnSpPr/>
          <p:nvPr/>
        </p:nvCxnSpPr>
        <p:spPr>
          <a:xfrm>
            <a:off x="838200" y="1364249"/>
            <a:ext cx="10515600" cy="368"/>
          </a:xfrm>
          <a:prstGeom prst="line">
            <a:avLst/>
          </a:prstGeom>
          <a:ln>
            <a:solidFill>
              <a:srgbClr val="6C4DEA"/>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9" name="Title 1"/>
          <p:cNvSpPr>
            <a:spLocks noGrp="1"/>
          </p:cNvSpPr>
          <p:nvPr>
            <p:ph type="ctrTitle"/>
          </p:nvPr>
        </p:nvSpPr>
        <p:spPr>
          <a:xfrm>
            <a:off x="1524000" y="1122363"/>
            <a:ext cx="9144000" cy="2387600"/>
          </a:xfrm>
        </p:spPr>
        <p:txBody>
          <a:bodyPr anchor="b">
            <a:normAutofit/>
          </a:bodyPr>
          <a:lstStyle>
            <a:lvl1pPr algn="ctr">
              <a:defRPr sz="4800" b="1" i="0">
                <a:solidFill>
                  <a:srgbClr val="525252"/>
                </a:solidFill>
                <a:latin typeface="IBM Plex Sans SemiBold" panose="020B0503050203000203" pitchFamily="34" charset="0"/>
                <a:ea typeface="IBM Plex Sans SemiBold" panose="020B0503050203000203" pitchFamily="34" charset="0"/>
                <a:cs typeface="IBM Plex Sans SemiBold" panose="020B0503050203000203" pitchFamily="34" charset="0"/>
              </a:defRPr>
            </a:lvl1pPr>
          </a:lstStyle>
          <a:p>
            <a:r>
              <a:rPr lang="en-US"/>
              <a:t>Click to edit Master title style</a:t>
            </a:r>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showMasterSp="0">
  <p:cSld name="2_Blank">
    <p:bg>
      <p:bgPr>
        <a:solidFill>
          <a:schemeClr val="bg2"/>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showMasterSp="0">
  <p:cSld name="Title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13873" y="1168401"/>
            <a:ext cx="10964254" cy="2387600"/>
          </a:xfrm>
          <a:solidFill>
            <a:schemeClr val="bg2"/>
          </a:solidFill>
        </p:spPr>
        <p:txBody>
          <a:bodyPr anchor="b">
            <a:normAutofit/>
          </a:bodyPr>
          <a:lstStyle>
            <a:lvl1pPr algn="ctr">
              <a:defRPr sz="4800" b="0" i="0">
                <a:solidFill>
                  <a:srgbClr val="525252"/>
                </a:solidFill>
                <a:latin typeface="IBM Plex Sans SemiBold" panose="020B0503050203000203" pitchFamily="34" charset="0"/>
                <a:ea typeface="IBM Plex Sans SemiBold" panose="020B0503050203000203" pitchFamily="34" charset="0"/>
                <a:cs typeface="IBM Plex Sans SemiBold" panose="020B0503050203000203" pitchFamily="34" charset="0"/>
              </a:defRPr>
            </a:lvl1pPr>
          </a:lstStyle>
          <a:p>
            <a:r>
              <a:rPr lang="en-US"/>
              <a:t>Click to edit Master title style</a:t>
            </a:r>
            <a:endParaRPr lang="en-US" dirty="0"/>
          </a:p>
        </p:txBody>
      </p:sp>
      <p:sp>
        <p:nvSpPr>
          <p:cNvPr id="3" name="Subtitle 2"/>
          <p:cNvSpPr>
            <a:spLocks noGrp="1"/>
          </p:cNvSpPr>
          <p:nvPr>
            <p:ph type="subTitle" idx="1"/>
          </p:nvPr>
        </p:nvSpPr>
        <p:spPr>
          <a:xfrm>
            <a:off x="1528273" y="3731247"/>
            <a:ext cx="9135454" cy="1655762"/>
          </a:xfrm>
        </p:spPr>
        <p:txBody>
          <a:bodyPr>
            <a:normAutofit/>
          </a:bodyPr>
          <a:lstStyle>
            <a:lvl1pPr marL="0" indent="0" algn="ctr">
              <a:buNone/>
              <a:defRPr sz="2400" b="0" i="0">
                <a:solidFill>
                  <a:srgbClr val="525252"/>
                </a:solidFill>
                <a:latin typeface="IBM Plex Sans" panose="020B0503050203000203"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cxnSp>
        <p:nvCxnSpPr>
          <p:cNvPr id="8" name="Straight Connector 7"/>
          <p:cNvCxnSpPr/>
          <p:nvPr/>
        </p:nvCxnSpPr>
        <p:spPr>
          <a:xfrm>
            <a:off x="2880360" y="3649111"/>
            <a:ext cx="6431280" cy="0"/>
          </a:xfrm>
          <a:prstGeom prst="line">
            <a:avLst/>
          </a:prstGeom>
          <a:ln>
            <a:solidFill>
              <a:srgbClr val="6C4DEA"/>
            </a:solidFill>
          </a:ln>
        </p:spPr>
        <p:style>
          <a:lnRef idx="1">
            <a:schemeClr val="accent1"/>
          </a:lnRef>
          <a:fillRef idx="0">
            <a:schemeClr val="accent1"/>
          </a:fillRef>
          <a:effectRef idx="0">
            <a:schemeClr val="accent1"/>
          </a:effectRef>
          <a:fontRef idx="minor">
            <a:schemeClr val="tx1"/>
          </a:fontRef>
        </p:style>
      </p:cxnSp>
      <p:sp>
        <p:nvSpPr>
          <p:cNvPr id="9" name="Rectangle 8"/>
          <p:cNvSpPr>
            <a:spLocks noChangeArrowheads="1"/>
          </p:cNvSpPr>
          <p:nvPr/>
        </p:nvSpPr>
        <p:spPr bwMode="black">
          <a:xfrm>
            <a:off x="4093580" y="5537419"/>
            <a:ext cx="4004840" cy="304359"/>
          </a:xfrm>
          <a:prstGeom prst="rect">
            <a:avLst/>
          </a:prstGeom>
          <a:noFill/>
          <a:ln w="9525">
            <a:noFill/>
            <a:miter lim="800000"/>
          </a:ln>
        </p:spPr>
        <p:txBody>
          <a:bodyPr lIns="92075" tIns="46038" rIns="92075" bIns="46038"/>
          <a:lstStyle>
            <a:lvl1pPr eaLnBrk="0" hangingPunct="0">
              <a:defRPr b="1">
                <a:solidFill>
                  <a:schemeClr val="tx1"/>
                </a:solidFill>
                <a:latin typeface="Arial" panose="020B0604020202020204" pitchFamily="34" charset="0"/>
                <a:cs typeface="Arial" panose="020B0604020202020204" pitchFamily="34" charset="0"/>
              </a:defRPr>
            </a:lvl1pPr>
            <a:lvl2pPr marL="742950" indent="-285750" eaLnBrk="0" hangingPunct="0">
              <a:defRPr b="1">
                <a:solidFill>
                  <a:schemeClr val="tx1"/>
                </a:solidFill>
                <a:latin typeface="Arial" panose="020B0604020202020204" pitchFamily="34" charset="0"/>
                <a:cs typeface="Arial" panose="020B0604020202020204" pitchFamily="34" charset="0"/>
              </a:defRPr>
            </a:lvl2pPr>
            <a:lvl3pPr marL="1143000" indent="-228600" eaLnBrk="0" hangingPunct="0">
              <a:defRPr b="1">
                <a:solidFill>
                  <a:schemeClr val="tx1"/>
                </a:solidFill>
                <a:latin typeface="Arial" panose="020B0604020202020204" pitchFamily="34" charset="0"/>
                <a:cs typeface="Arial" panose="020B0604020202020204" pitchFamily="34" charset="0"/>
              </a:defRPr>
            </a:lvl3pPr>
            <a:lvl4pPr marL="1600200" indent="-228600" eaLnBrk="0" hangingPunct="0">
              <a:defRPr b="1">
                <a:solidFill>
                  <a:schemeClr val="tx1"/>
                </a:solidFill>
                <a:latin typeface="Arial" panose="020B0604020202020204" pitchFamily="34" charset="0"/>
                <a:cs typeface="Arial" panose="020B0604020202020204" pitchFamily="34" charset="0"/>
              </a:defRPr>
            </a:lvl4pPr>
            <a:lvl5pPr marL="2057400" indent="-228600" eaLnBrk="0" hangingPunct="0">
              <a:defRPr b="1">
                <a:solidFill>
                  <a:schemeClr val="tx1"/>
                </a:solidFill>
                <a:latin typeface="Arial" panose="020B0604020202020204" pitchFamily="34" charset="0"/>
                <a:cs typeface="Arial" panose="020B0604020202020204" pitchFamily="34" charset="0"/>
              </a:defRPr>
            </a:lvl5pPr>
            <a:lvl6pPr marL="2514600" indent="-228600" algn="r"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6pPr>
            <a:lvl7pPr marL="2971800" indent="-228600" algn="r"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7pPr>
            <a:lvl8pPr marL="3429000" indent="-228600" algn="r"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8pPr>
            <a:lvl9pPr marL="3886200" indent="-228600" algn="r"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9pPr>
          </a:lstStyle>
          <a:p>
            <a:pPr algn="ctr" eaLnBrk="1" hangingPunct="1"/>
            <a:r>
              <a:rPr lang="en-US" sz="1400" b="0">
                <a:solidFill>
                  <a:srgbClr val="000000"/>
                </a:solidFill>
                <a:latin typeface="Helv"/>
              </a:rPr>
              <a:t>© IBM Corporation. All rights reserved.</a:t>
            </a:r>
            <a:endParaRPr lang="en-US" sz="1400" b="0">
              <a:solidFill>
                <a:srgbClr val="000000"/>
              </a:solidFill>
              <a:latin typeface="Helv"/>
            </a:endParaRPr>
          </a:p>
        </p:txBody>
      </p:sp>
      <p:grpSp>
        <p:nvGrpSpPr>
          <p:cNvPr id="5" name="Group 4"/>
          <p:cNvGrpSpPr/>
          <p:nvPr userDrawn="1"/>
        </p:nvGrpSpPr>
        <p:grpSpPr>
          <a:xfrm>
            <a:off x="11094856" y="6244940"/>
            <a:ext cx="1098532" cy="613059"/>
            <a:chOff x="8965342" y="4231217"/>
            <a:chExt cx="1608171" cy="897474"/>
          </a:xfrm>
        </p:grpSpPr>
        <p:pic>
          <p:nvPicPr>
            <p:cNvPr id="6" name="Graphic 5"/>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321121" y="4418033"/>
              <a:ext cx="897474" cy="355817"/>
            </a:xfrm>
            <a:prstGeom prst="rect">
              <a:avLst/>
            </a:prstGeom>
          </p:spPr>
        </p:pic>
        <p:pic>
          <p:nvPicPr>
            <p:cNvPr id="11" name="Graphic 10" hidden="1"/>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9321121" y="4772874"/>
              <a:ext cx="897474" cy="355817"/>
            </a:xfrm>
            <a:prstGeom prst="rect">
              <a:avLst/>
            </a:prstGeom>
          </p:spPr>
        </p:pic>
        <p:pic>
          <p:nvPicPr>
            <p:cNvPr id="12" name="Graphic 11" hidden="1"/>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rot="16200000">
              <a:off x="9946868" y="4502045"/>
              <a:ext cx="897474" cy="355817"/>
            </a:xfrm>
            <a:prstGeom prst="rect">
              <a:avLst/>
            </a:prstGeom>
          </p:spPr>
        </p:pic>
        <p:pic>
          <p:nvPicPr>
            <p:cNvPr id="13" name="Graphic 12" hidden="1"/>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rot="16200000">
              <a:off x="8694514" y="4502045"/>
              <a:ext cx="897474" cy="355817"/>
            </a:xfrm>
            <a:prstGeom prst="rect">
              <a:avLst/>
            </a:prstGeom>
          </p:spPr>
        </p:pic>
      </p:grpSp>
      <p:pic>
        <p:nvPicPr>
          <p:cNvPr id="14" name="Graphic 13"/>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241053" y="6372101"/>
            <a:ext cx="1630680" cy="247650"/>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525252"/>
                </a:solidFill>
              </a:defRPr>
            </a:lvl1pPr>
          </a:lstStyle>
          <a:p>
            <a:r>
              <a:rPr lang="en-US"/>
              <a:t>Click to edit Master title style</a:t>
            </a:r>
            <a:endParaRPr lang="en-US" dirty="0"/>
          </a:p>
        </p:txBody>
      </p:sp>
      <p:sp>
        <p:nvSpPr>
          <p:cNvPr id="3" name="Content Placeholder 2"/>
          <p:cNvSpPr>
            <a:spLocks noGrp="1"/>
          </p:cNvSpPr>
          <p:nvPr>
            <p:ph idx="1"/>
          </p:nvPr>
        </p:nvSpPr>
        <p:spPr>
          <a:xfrm>
            <a:off x="838200" y="1600199"/>
            <a:ext cx="10744200" cy="4572000"/>
          </a:xfrm>
        </p:spPr>
        <p:txBody>
          <a:bodyPr/>
          <a:lstStyle>
            <a:lvl1pPr>
              <a:defRPr>
                <a:solidFill>
                  <a:srgbClr val="262626"/>
                </a:solidFill>
              </a:defRPr>
            </a:lvl1pPr>
            <a:lvl2pPr>
              <a:defRPr>
                <a:solidFill>
                  <a:srgbClr val="262626"/>
                </a:solidFill>
              </a:defRPr>
            </a:lvl2pPr>
            <a:lvl3pPr>
              <a:defRPr>
                <a:solidFill>
                  <a:srgbClr val="262626"/>
                </a:solidFill>
              </a:defRPr>
            </a:lvl3pPr>
            <a:lvl4pPr>
              <a:defRPr>
                <a:solidFill>
                  <a:srgbClr val="262626"/>
                </a:solidFill>
              </a:defRPr>
            </a:lvl4pPr>
            <a:lvl5pPr>
              <a:defRPr>
                <a:solidFill>
                  <a:srgbClr val="262626"/>
                </a:solidFill>
              </a:defRPr>
            </a:lvl5pPr>
          </a:lstStyle>
          <a:p>
            <a:pPr lvl="0"/>
            <a:r>
              <a:rPr lang="en-US"/>
              <a:t>Click to edit Master text styles</a:t>
            </a:r>
            <a:endParaRPr lang="en-US"/>
          </a:p>
          <a:p>
            <a:pPr lvl="1"/>
            <a:r>
              <a:rPr lang="en-US"/>
              <a:t>Second level</a:t>
            </a:r>
            <a:endParaRPr lang="en-US"/>
          </a:p>
          <a:p>
            <a:pPr lvl="2"/>
            <a:r>
              <a:rPr lang="en-US"/>
              <a:t>Third level</a:t>
            </a:r>
            <a:endParaRPr lang="en-US"/>
          </a:p>
        </p:txBody>
      </p:sp>
      <p:cxnSp>
        <p:nvCxnSpPr>
          <p:cNvPr id="7" name="Straight Connector 6"/>
          <p:cNvCxnSpPr/>
          <p:nvPr/>
        </p:nvCxnSpPr>
        <p:spPr>
          <a:xfrm>
            <a:off x="838200" y="1296645"/>
            <a:ext cx="10515600" cy="368"/>
          </a:xfrm>
          <a:prstGeom prst="line">
            <a:avLst/>
          </a:prstGeom>
          <a:ln>
            <a:solidFill>
              <a:srgbClr val="6C4DEA"/>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i="0">
                <a:solidFill>
                  <a:srgbClr val="525252"/>
                </a:solidFill>
                <a:latin typeface="IBM Plex Sans SemiBold" panose="020B0503050203000203" pitchFamily="34" charset="0"/>
              </a:defRPr>
            </a:lvl1pPr>
          </a:lstStyle>
          <a:p>
            <a:r>
              <a:rPr lang="en-US"/>
              <a:t>Click to edit Master title style</a:t>
            </a:r>
            <a:endParaRPr lang="en-US" dirty="0"/>
          </a:p>
        </p:txBody>
      </p:sp>
      <p:sp>
        <p:nvSpPr>
          <p:cNvPr id="3" name="Content Placeholder 2"/>
          <p:cNvSpPr>
            <a:spLocks noGrp="1"/>
          </p:cNvSpPr>
          <p:nvPr>
            <p:ph sz="half" idx="1"/>
          </p:nvPr>
        </p:nvSpPr>
        <p:spPr>
          <a:xfrm>
            <a:off x="838200" y="1600200"/>
            <a:ext cx="5181600" cy="4572000"/>
          </a:xfrm>
        </p:spPr>
        <p:txBody>
          <a:bodyPr/>
          <a:lstStyle>
            <a:lvl1pPr>
              <a:defRPr>
                <a:solidFill>
                  <a:srgbClr val="262626"/>
                </a:solidFill>
              </a:defRPr>
            </a:lvl1pPr>
            <a:lvl2pPr>
              <a:defRPr>
                <a:solidFill>
                  <a:srgbClr val="262626"/>
                </a:solidFill>
              </a:defRPr>
            </a:lvl2pPr>
            <a:lvl3pPr>
              <a:defRPr>
                <a:solidFill>
                  <a:srgbClr val="262626"/>
                </a:solidFill>
              </a:defRPr>
            </a:lvl3pPr>
            <a:lvl4pPr>
              <a:defRPr>
                <a:solidFill>
                  <a:srgbClr val="525252"/>
                </a:solidFill>
              </a:defRPr>
            </a:lvl4pPr>
            <a:lvl5pPr>
              <a:defRPr>
                <a:solidFill>
                  <a:srgbClr val="525252"/>
                </a:solidFill>
              </a:defRPr>
            </a:lvl5pPr>
          </a:lstStyle>
          <a:p>
            <a:pPr lvl="0"/>
            <a:r>
              <a:rPr lang="en-US"/>
              <a:t>Click to edit Master text styles</a:t>
            </a:r>
            <a:endParaRPr lang="en-US"/>
          </a:p>
          <a:p>
            <a:pPr lvl="1"/>
            <a:r>
              <a:rPr lang="en-US"/>
              <a:t>Second level</a:t>
            </a:r>
            <a:endParaRPr lang="en-US"/>
          </a:p>
          <a:p>
            <a:pPr lvl="2"/>
            <a:r>
              <a:rPr lang="en-US"/>
              <a:t>Third level</a:t>
            </a:r>
            <a:endParaRPr lang="en-US"/>
          </a:p>
        </p:txBody>
      </p:sp>
      <p:sp>
        <p:nvSpPr>
          <p:cNvPr id="4" name="Content Placeholder 3"/>
          <p:cNvSpPr>
            <a:spLocks noGrp="1"/>
          </p:cNvSpPr>
          <p:nvPr>
            <p:ph sz="half" idx="2"/>
          </p:nvPr>
        </p:nvSpPr>
        <p:spPr>
          <a:xfrm>
            <a:off x="6172200" y="1600200"/>
            <a:ext cx="5181600" cy="4572000"/>
          </a:xfrm>
        </p:spPr>
        <p:txBody>
          <a:bodyPr/>
          <a:lstStyle>
            <a:lvl1pPr>
              <a:defRPr>
                <a:solidFill>
                  <a:srgbClr val="262626"/>
                </a:solidFill>
              </a:defRPr>
            </a:lvl1pPr>
            <a:lvl2pPr>
              <a:defRPr>
                <a:solidFill>
                  <a:srgbClr val="262626"/>
                </a:solidFill>
              </a:defRPr>
            </a:lvl2pPr>
            <a:lvl3pPr>
              <a:defRPr>
                <a:solidFill>
                  <a:srgbClr val="262626"/>
                </a:solidFill>
              </a:defRPr>
            </a:lvl3pPr>
            <a:lvl4pPr>
              <a:defRPr>
                <a:solidFill>
                  <a:srgbClr val="525252"/>
                </a:solidFill>
              </a:defRPr>
            </a:lvl4pPr>
            <a:lvl5pPr>
              <a:defRPr>
                <a:solidFill>
                  <a:srgbClr val="525252"/>
                </a:solidFill>
              </a:defRPr>
            </a:lvl5pPr>
          </a:lstStyle>
          <a:p>
            <a:pPr lvl="0"/>
            <a:r>
              <a:rPr lang="en-US"/>
              <a:t>Click to edit Master text styles</a:t>
            </a:r>
            <a:endParaRPr lang="en-US"/>
          </a:p>
          <a:p>
            <a:pPr lvl="1"/>
            <a:r>
              <a:rPr lang="en-US"/>
              <a:t>Second level</a:t>
            </a:r>
            <a:endParaRPr lang="en-US"/>
          </a:p>
          <a:p>
            <a:pPr lvl="2"/>
            <a:r>
              <a:rPr lang="en-US"/>
              <a:t>Third level</a:t>
            </a:r>
            <a:endParaRPr lang="en-US"/>
          </a:p>
        </p:txBody>
      </p:sp>
      <p:cxnSp>
        <p:nvCxnSpPr>
          <p:cNvPr id="8" name="Straight Connector 7"/>
          <p:cNvCxnSpPr/>
          <p:nvPr/>
        </p:nvCxnSpPr>
        <p:spPr>
          <a:xfrm>
            <a:off x="838200" y="1364249"/>
            <a:ext cx="10515600" cy="368"/>
          </a:xfrm>
          <a:prstGeom prst="line">
            <a:avLst/>
          </a:prstGeom>
          <a:ln>
            <a:solidFill>
              <a:srgbClr val="6C4DEA"/>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9" name="Title 1"/>
          <p:cNvSpPr>
            <a:spLocks noGrp="1"/>
          </p:cNvSpPr>
          <p:nvPr>
            <p:ph type="ctrTitle"/>
          </p:nvPr>
        </p:nvSpPr>
        <p:spPr>
          <a:xfrm>
            <a:off x="1524000" y="1122363"/>
            <a:ext cx="9144000" cy="2387600"/>
          </a:xfrm>
        </p:spPr>
        <p:txBody>
          <a:bodyPr anchor="b">
            <a:normAutofit/>
          </a:bodyPr>
          <a:lstStyle>
            <a:lvl1pPr algn="ctr">
              <a:defRPr sz="4800" b="1" i="0">
                <a:solidFill>
                  <a:srgbClr val="525252"/>
                </a:solidFill>
                <a:latin typeface="IBM Plex Sans SemiBold" panose="020B0503050203000203" pitchFamily="34" charset="0"/>
                <a:ea typeface="IBM Plex Sans SemiBold" panose="020B0503050203000203" pitchFamily="34" charset="0"/>
                <a:cs typeface="IBM Plex Sans SemiBold" panose="020B0503050203000203" pitchFamily="34" charset="0"/>
              </a:defRPr>
            </a:lvl1pPr>
          </a:lstStyle>
          <a:p>
            <a:r>
              <a:rPr lang="en-US"/>
              <a:t>Click to edit Master title style</a:t>
            </a:r>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showMasterSp="0">
  <p:cSld name="2_Blank">
    <p:bg>
      <p:bgPr>
        <a:solidFill>
          <a:schemeClr val="bg2"/>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showMasterSp="0">
  <p:cSld name="Title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13873" y="1168401"/>
            <a:ext cx="10964254" cy="2387600"/>
          </a:xfrm>
          <a:solidFill>
            <a:schemeClr val="bg2"/>
          </a:solidFill>
        </p:spPr>
        <p:txBody>
          <a:bodyPr anchor="b">
            <a:normAutofit/>
          </a:bodyPr>
          <a:lstStyle>
            <a:lvl1pPr algn="ctr">
              <a:defRPr sz="4800" b="0" i="0">
                <a:solidFill>
                  <a:srgbClr val="525252"/>
                </a:solidFill>
                <a:latin typeface="IBM Plex Sans SemiBold" panose="020B0503050203000203" pitchFamily="34" charset="0"/>
                <a:ea typeface="IBM Plex Sans SemiBold" panose="020B0503050203000203" pitchFamily="34" charset="0"/>
                <a:cs typeface="IBM Plex Sans SemiBold" panose="020B0503050203000203" pitchFamily="34" charset="0"/>
              </a:defRPr>
            </a:lvl1pPr>
          </a:lstStyle>
          <a:p>
            <a:r>
              <a:rPr lang="en-US"/>
              <a:t>Click to edit Master title style</a:t>
            </a:r>
            <a:endParaRPr lang="en-US" dirty="0"/>
          </a:p>
        </p:txBody>
      </p:sp>
      <p:sp>
        <p:nvSpPr>
          <p:cNvPr id="3" name="Subtitle 2"/>
          <p:cNvSpPr>
            <a:spLocks noGrp="1"/>
          </p:cNvSpPr>
          <p:nvPr>
            <p:ph type="subTitle" idx="1"/>
          </p:nvPr>
        </p:nvSpPr>
        <p:spPr>
          <a:xfrm>
            <a:off x="1528273" y="3731247"/>
            <a:ext cx="9135454" cy="1655762"/>
          </a:xfrm>
        </p:spPr>
        <p:txBody>
          <a:bodyPr>
            <a:normAutofit/>
          </a:bodyPr>
          <a:lstStyle>
            <a:lvl1pPr marL="0" indent="0" algn="ctr">
              <a:buNone/>
              <a:defRPr sz="2400" b="0" i="0">
                <a:solidFill>
                  <a:srgbClr val="525252"/>
                </a:solidFill>
                <a:latin typeface="IBM Plex Sans" panose="020B0503050203000203"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cxnSp>
        <p:nvCxnSpPr>
          <p:cNvPr id="8" name="Straight Connector 7"/>
          <p:cNvCxnSpPr/>
          <p:nvPr/>
        </p:nvCxnSpPr>
        <p:spPr>
          <a:xfrm>
            <a:off x="2880360" y="3649111"/>
            <a:ext cx="6431280" cy="0"/>
          </a:xfrm>
          <a:prstGeom prst="line">
            <a:avLst/>
          </a:prstGeom>
          <a:ln>
            <a:solidFill>
              <a:srgbClr val="6C4DEA"/>
            </a:solidFill>
          </a:ln>
        </p:spPr>
        <p:style>
          <a:lnRef idx="1">
            <a:schemeClr val="accent1"/>
          </a:lnRef>
          <a:fillRef idx="0">
            <a:schemeClr val="accent1"/>
          </a:fillRef>
          <a:effectRef idx="0">
            <a:schemeClr val="accent1"/>
          </a:effectRef>
          <a:fontRef idx="minor">
            <a:schemeClr val="tx1"/>
          </a:fontRef>
        </p:style>
      </p:cxnSp>
      <p:sp>
        <p:nvSpPr>
          <p:cNvPr id="9" name="Rectangle 8"/>
          <p:cNvSpPr>
            <a:spLocks noChangeArrowheads="1"/>
          </p:cNvSpPr>
          <p:nvPr/>
        </p:nvSpPr>
        <p:spPr bwMode="black">
          <a:xfrm>
            <a:off x="4093580" y="5537419"/>
            <a:ext cx="4004840" cy="304359"/>
          </a:xfrm>
          <a:prstGeom prst="rect">
            <a:avLst/>
          </a:prstGeom>
          <a:noFill/>
          <a:ln w="9525">
            <a:noFill/>
            <a:miter lim="800000"/>
          </a:ln>
        </p:spPr>
        <p:txBody>
          <a:bodyPr lIns="92075" tIns="46038" rIns="92075" bIns="46038"/>
          <a:lstStyle>
            <a:lvl1pPr eaLnBrk="0" hangingPunct="0">
              <a:defRPr b="1">
                <a:solidFill>
                  <a:schemeClr val="tx1"/>
                </a:solidFill>
                <a:latin typeface="Arial" panose="020B0604020202020204" pitchFamily="34" charset="0"/>
                <a:cs typeface="Arial" panose="020B0604020202020204" pitchFamily="34" charset="0"/>
              </a:defRPr>
            </a:lvl1pPr>
            <a:lvl2pPr marL="742950" indent="-285750" eaLnBrk="0" hangingPunct="0">
              <a:defRPr b="1">
                <a:solidFill>
                  <a:schemeClr val="tx1"/>
                </a:solidFill>
                <a:latin typeface="Arial" panose="020B0604020202020204" pitchFamily="34" charset="0"/>
                <a:cs typeface="Arial" panose="020B0604020202020204" pitchFamily="34" charset="0"/>
              </a:defRPr>
            </a:lvl2pPr>
            <a:lvl3pPr marL="1143000" indent="-228600" eaLnBrk="0" hangingPunct="0">
              <a:defRPr b="1">
                <a:solidFill>
                  <a:schemeClr val="tx1"/>
                </a:solidFill>
                <a:latin typeface="Arial" panose="020B0604020202020204" pitchFamily="34" charset="0"/>
                <a:cs typeface="Arial" panose="020B0604020202020204" pitchFamily="34" charset="0"/>
              </a:defRPr>
            </a:lvl3pPr>
            <a:lvl4pPr marL="1600200" indent="-228600" eaLnBrk="0" hangingPunct="0">
              <a:defRPr b="1">
                <a:solidFill>
                  <a:schemeClr val="tx1"/>
                </a:solidFill>
                <a:latin typeface="Arial" panose="020B0604020202020204" pitchFamily="34" charset="0"/>
                <a:cs typeface="Arial" panose="020B0604020202020204" pitchFamily="34" charset="0"/>
              </a:defRPr>
            </a:lvl4pPr>
            <a:lvl5pPr marL="2057400" indent="-228600" eaLnBrk="0" hangingPunct="0">
              <a:defRPr b="1">
                <a:solidFill>
                  <a:schemeClr val="tx1"/>
                </a:solidFill>
                <a:latin typeface="Arial" panose="020B0604020202020204" pitchFamily="34" charset="0"/>
                <a:cs typeface="Arial" panose="020B0604020202020204" pitchFamily="34" charset="0"/>
              </a:defRPr>
            </a:lvl5pPr>
            <a:lvl6pPr marL="2514600" indent="-228600" algn="r"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6pPr>
            <a:lvl7pPr marL="2971800" indent="-228600" algn="r"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7pPr>
            <a:lvl8pPr marL="3429000" indent="-228600" algn="r"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8pPr>
            <a:lvl9pPr marL="3886200" indent="-228600" algn="r"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9pPr>
          </a:lstStyle>
          <a:p>
            <a:pPr algn="ctr" eaLnBrk="1" hangingPunct="1"/>
            <a:r>
              <a:rPr lang="en-US" sz="1400" b="0">
                <a:solidFill>
                  <a:srgbClr val="000000"/>
                </a:solidFill>
                <a:latin typeface="Helv"/>
              </a:rPr>
              <a:t>© IBM Corporation. All rights reserved.</a:t>
            </a:r>
            <a:endParaRPr lang="en-US" sz="1400" b="0">
              <a:solidFill>
                <a:srgbClr val="000000"/>
              </a:solidFill>
              <a:latin typeface="Helv"/>
            </a:endParaRPr>
          </a:p>
        </p:txBody>
      </p:sp>
      <p:grpSp>
        <p:nvGrpSpPr>
          <p:cNvPr id="5" name="Group 4"/>
          <p:cNvGrpSpPr/>
          <p:nvPr userDrawn="1"/>
        </p:nvGrpSpPr>
        <p:grpSpPr>
          <a:xfrm>
            <a:off x="11094856" y="6244940"/>
            <a:ext cx="1098532" cy="613059"/>
            <a:chOff x="8965342" y="4231217"/>
            <a:chExt cx="1608171" cy="897474"/>
          </a:xfrm>
        </p:grpSpPr>
        <p:pic>
          <p:nvPicPr>
            <p:cNvPr id="6" name="Graphic 5"/>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321121" y="4418033"/>
              <a:ext cx="897474" cy="355817"/>
            </a:xfrm>
            <a:prstGeom prst="rect">
              <a:avLst/>
            </a:prstGeom>
          </p:spPr>
        </p:pic>
        <p:pic>
          <p:nvPicPr>
            <p:cNvPr id="11" name="Graphic 10" hidden="1"/>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9321121" y="4772874"/>
              <a:ext cx="897474" cy="355817"/>
            </a:xfrm>
            <a:prstGeom prst="rect">
              <a:avLst/>
            </a:prstGeom>
          </p:spPr>
        </p:pic>
        <p:pic>
          <p:nvPicPr>
            <p:cNvPr id="12" name="Graphic 11" hidden="1"/>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rot="16200000">
              <a:off x="9946868" y="4502045"/>
              <a:ext cx="897474" cy="355817"/>
            </a:xfrm>
            <a:prstGeom prst="rect">
              <a:avLst/>
            </a:prstGeom>
          </p:spPr>
        </p:pic>
        <p:pic>
          <p:nvPicPr>
            <p:cNvPr id="13" name="Graphic 12" hidden="1"/>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rot="16200000">
              <a:off x="8694514" y="4502045"/>
              <a:ext cx="897474" cy="355817"/>
            </a:xfrm>
            <a:prstGeom prst="rect">
              <a:avLst/>
            </a:prstGeom>
          </p:spPr>
        </p:pic>
      </p:grpSp>
      <p:pic>
        <p:nvPicPr>
          <p:cNvPr id="14" name="Graphic 13"/>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241053" y="6372101"/>
            <a:ext cx="1630680" cy="247650"/>
          </a:xfrm>
          <a:prstGeom prst="rect">
            <a:avLst/>
          </a:prstGeom>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525252"/>
                </a:solidFill>
              </a:defRPr>
            </a:lvl1pPr>
          </a:lstStyle>
          <a:p>
            <a:r>
              <a:rPr lang="en-US"/>
              <a:t>Click to edit Master title style</a:t>
            </a:r>
            <a:endParaRPr lang="en-US" dirty="0"/>
          </a:p>
        </p:txBody>
      </p:sp>
      <p:sp>
        <p:nvSpPr>
          <p:cNvPr id="3" name="Content Placeholder 2"/>
          <p:cNvSpPr>
            <a:spLocks noGrp="1"/>
          </p:cNvSpPr>
          <p:nvPr>
            <p:ph idx="1"/>
          </p:nvPr>
        </p:nvSpPr>
        <p:spPr>
          <a:xfrm>
            <a:off x="838200" y="1600199"/>
            <a:ext cx="10744200" cy="4572000"/>
          </a:xfrm>
        </p:spPr>
        <p:txBody>
          <a:bodyPr/>
          <a:lstStyle>
            <a:lvl1pPr>
              <a:defRPr>
                <a:solidFill>
                  <a:srgbClr val="262626"/>
                </a:solidFill>
              </a:defRPr>
            </a:lvl1pPr>
            <a:lvl2pPr>
              <a:defRPr>
                <a:solidFill>
                  <a:srgbClr val="262626"/>
                </a:solidFill>
              </a:defRPr>
            </a:lvl2pPr>
            <a:lvl3pPr>
              <a:defRPr>
                <a:solidFill>
                  <a:srgbClr val="262626"/>
                </a:solidFill>
              </a:defRPr>
            </a:lvl3pPr>
            <a:lvl4pPr>
              <a:defRPr>
                <a:solidFill>
                  <a:srgbClr val="262626"/>
                </a:solidFill>
              </a:defRPr>
            </a:lvl4pPr>
            <a:lvl5pPr>
              <a:defRPr>
                <a:solidFill>
                  <a:srgbClr val="262626"/>
                </a:solidFill>
              </a:defRPr>
            </a:lvl5pPr>
          </a:lstStyle>
          <a:p>
            <a:pPr lvl="0"/>
            <a:r>
              <a:rPr lang="en-US"/>
              <a:t>Click to edit Master text styles</a:t>
            </a:r>
            <a:endParaRPr lang="en-US"/>
          </a:p>
          <a:p>
            <a:pPr lvl="1"/>
            <a:r>
              <a:rPr lang="en-US"/>
              <a:t>Second level</a:t>
            </a:r>
            <a:endParaRPr lang="en-US"/>
          </a:p>
          <a:p>
            <a:pPr lvl="2"/>
            <a:r>
              <a:rPr lang="en-US"/>
              <a:t>Third level</a:t>
            </a:r>
            <a:endParaRPr lang="en-US"/>
          </a:p>
        </p:txBody>
      </p:sp>
      <p:cxnSp>
        <p:nvCxnSpPr>
          <p:cNvPr id="7" name="Straight Connector 6"/>
          <p:cNvCxnSpPr/>
          <p:nvPr/>
        </p:nvCxnSpPr>
        <p:spPr>
          <a:xfrm>
            <a:off x="838200" y="1296645"/>
            <a:ext cx="10515600" cy="368"/>
          </a:xfrm>
          <a:prstGeom prst="line">
            <a:avLst/>
          </a:prstGeom>
          <a:ln>
            <a:solidFill>
              <a:srgbClr val="6C4DEA"/>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i="0">
                <a:solidFill>
                  <a:srgbClr val="525252"/>
                </a:solidFill>
                <a:latin typeface="IBM Plex Sans SemiBold" panose="020B0503050203000203" pitchFamily="34" charset="0"/>
              </a:defRPr>
            </a:lvl1pPr>
          </a:lstStyle>
          <a:p>
            <a:r>
              <a:rPr lang="en-US"/>
              <a:t>Click to edit Master title style</a:t>
            </a:r>
            <a:endParaRPr lang="en-US" dirty="0"/>
          </a:p>
        </p:txBody>
      </p:sp>
      <p:sp>
        <p:nvSpPr>
          <p:cNvPr id="3" name="Content Placeholder 2"/>
          <p:cNvSpPr>
            <a:spLocks noGrp="1"/>
          </p:cNvSpPr>
          <p:nvPr>
            <p:ph sz="half" idx="1"/>
          </p:nvPr>
        </p:nvSpPr>
        <p:spPr>
          <a:xfrm>
            <a:off x="838200" y="1600200"/>
            <a:ext cx="5181600" cy="4572000"/>
          </a:xfrm>
        </p:spPr>
        <p:txBody>
          <a:bodyPr/>
          <a:lstStyle>
            <a:lvl1pPr>
              <a:defRPr>
                <a:solidFill>
                  <a:srgbClr val="262626"/>
                </a:solidFill>
              </a:defRPr>
            </a:lvl1pPr>
            <a:lvl2pPr>
              <a:defRPr>
                <a:solidFill>
                  <a:srgbClr val="262626"/>
                </a:solidFill>
              </a:defRPr>
            </a:lvl2pPr>
            <a:lvl3pPr>
              <a:defRPr>
                <a:solidFill>
                  <a:srgbClr val="262626"/>
                </a:solidFill>
              </a:defRPr>
            </a:lvl3pPr>
            <a:lvl4pPr>
              <a:defRPr>
                <a:solidFill>
                  <a:srgbClr val="525252"/>
                </a:solidFill>
              </a:defRPr>
            </a:lvl4pPr>
            <a:lvl5pPr>
              <a:defRPr>
                <a:solidFill>
                  <a:srgbClr val="525252"/>
                </a:solidFill>
              </a:defRPr>
            </a:lvl5pPr>
          </a:lstStyle>
          <a:p>
            <a:pPr lvl="0"/>
            <a:r>
              <a:rPr lang="en-US"/>
              <a:t>Click to edit Master text styles</a:t>
            </a:r>
            <a:endParaRPr lang="en-US"/>
          </a:p>
          <a:p>
            <a:pPr lvl="1"/>
            <a:r>
              <a:rPr lang="en-US"/>
              <a:t>Second level</a:t>
            </a:r>
            <a:endParaRPr lang="en-US"/>
          </a:p>
          <a:p>
            <a:pPr lvl="2"/>
            <a:r>
              <a:rPr lang="en-US"/>
              <a:t>Third level</a:t>
            </a:r>
            <a:endParaRPr lang="en-US"/>
          </a:p>
        </p:txBody>
      </p:sp>
      <p:sp>
        <p:nvSpPr>
          <p:cNvPr id="4" name="Content Placeholder 3"/>
          <p:cNvSpPr>
            <a:spLocks noGrp="1"/>
          </p:cNvSpPr>
          <p:nvPr>
            <p:ph sz="half" idx="2"/>
          </p:nvPr>
        </p:nvSpPr>
        <p:spPr>
          <a:xfrm>
            <a:off x="6172200" y="1600200"/>
            <a:ext cx="5181600" cy="4572000"/>
          </a:xfrm>
        </p:spPr>
        <p:txBody>
          <a:bodyPr/>
          <a:lstStyle>
            <a:lvl1pPr>
              <a:defRPr>
                <a:solidFill>
                  <a:srgbClr val="262626"/>
                </a:solidFill>
              </a:defRPr>
            </a:lvl1pPr>
            <a:lvl2pPr>
              <a:defRPr>
                <a:solidFill>
                  <a:srgbClr val="262626"/>
                </a:solidFill>
              </a:defRPr>
            </a:lvl2pPr>
            <a:lvl3pPr>
              <a:defRPr>
                <a:solidFill>
                  <a:srgbClr val="262626"/>
                </a:solidFill>
              </a:defRPr>
            </a:lvl3pPr>
            <a:lvl4pPr>
              <a:defRPr>
                <a:solidFill>
                  <a:srgbClr val="525252"/>
                </a:solidFill>
              </a:defRPr>
            </a:lvl4pPr>
            <a:lvl5pPr>
              <a:defRPr>
                <a:solidFill>
                  <a:srgbClr val="525252"/>
                </a:solidFill>
              </a:defRPr>
            </a:lvl5pPr>
          </a:lstStyle>
          <a:p>
            <a:pPr lvl="0"/>
            <a:r>
              <a:rPr lang="en-US"/>
              <a:t>Click to edit Master text styles</a:t>
            </a:r>
            <a:endParaRPr lang="en-US"/>
          </a:p>
          <a:p>
            <a:pPr lvl="1"/>
            <a:r>
              <a:rPr lang="en-US"/>
              <a:t>Second level</a:t>
            </a:r>
            <a:endParaRPr lang="en-US"/>
          </a:p>
          <a:p>
            <a:pPr lvl="2"/>
            <a:r>
              <a:rPr lang="en-US"/>
              <a:t>Third level</a:t>
            </a:r>
            <a:endParaRPr lang="en-US"/>
          </a:p>
        </p:txBody>
      </p:sp>
      <p:cxnSp>
        <p:nvCxnSpPr>
          <p:cNvPr id="8" name="Straight Connector 7"/>
          <p:cNvCxnSpPr/>
          <p:nvPr/>
        </p:nvCxnSpPr>
        <p:spPr>
          <a:xfrm>
            <a:off x="838200" y="1364249"/>
            <a:ext cx="10515600" cy="368"/>
          </a:xfrm>
          <a:prstGeom prst="line">
            <a:avLst/>
          </a:prstGeom>
          <a:ln>
            <a:solidFill>
              <a:srgbClr val="6C4DEA"/>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9" name="Title 1"/>
          <p:cNvSpPr>
            <a:spLocks noGrp="1"/>
          </p:cNvSpPr>
          <p:nvPr>
            <p:ph type="ctrTitle"/>
          </p:nvPr>
        </p:nvSpPr>
        <p:spPr>
          <a:xfrm>
            <a:off x="1524000" y="1122363"/>
            <a:ext cx="9144000" cy="2387600"/>
          </a:xfrm>
        </p:spPr>
        <p:txBody>
          <a:bodyPr anchor="b">
            <a:normAutofit/>
          </a:bodyPr>
          <a:lstStyle>
            <a:lvl1pPr algn="ctr">
              <a:defRPr sz="4800" b="1" i="0">
                <a:solidFill>
                  <a:srgbClr val="525252"/>
                </a:solidFill>
                <a:latin typeface="IBM Plex Sans SemiBold" panose="020B0503050203000203" pitchFamily="34" charset="0"/>
                <a:ea typeface="IBM Plex Sans SemiBold" panose="020B0503050203000203" pitchFamily="34" charset="0"/>
                <a:cs typeface="IBM Plex Sans SemiBold" panose="020B0503050203000203" pitchFamily="34" charset="0"/>
              </a:defRPr>
            </a:lvl1pPr>
          </a:lstStyle>
          <a:p>
            <a:r>
              <a:rPr lang="en-US"/>
              <a:t>Click to edit Master title style</a:t>
            </a:r>
            <a:endParaRPr 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showMasterSp="0">
  <p:cSld name="2_Blank">
    <p:bg>
      <p:bgPr>
        <a:solidFill>
          <a:schemeClr val="bg2"/>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showMasterSp="0">
  <p:cSld name="Title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13873" y="1168401"/>
            <a:ext cx="10964254" cy="2387600"/>
          </a:xfrm>
          <a:solidFill>
            <a:schemeClr val="bg2"/>
          </a:solidFill>
        </p:spPr>
        <p:txBody>
          <a:bodyPr anchor="b">
            <a:normAutofit/>
          </a:bodyPr>
          <a:lstStyle>
            <a:lvl1pPr algn="ctr">
              <a:defRPr sz="4800" b="0" i="0">
                <a:solidFill>
                  <a:srgbClr val="525252"/>
                </a:solidFill>
                <a:latin typeface="IBM Plex Sans SemiBold" panose="020B0503050203000203" pitchFamily="34" charset="0"/>
                <a:ea typeface="IBM Plex Sans SemiBold" panose="020B0503050203000203" pitchFamily="34" charset="0"/>
                <a:cs typeface="IBM Plex Sans SemiBold" panose="020B0503050203000203" pitchFamily="34" charset="0"/>
              </a:defRPr>
            </a:lvl1pPr>
          </a:lstStyle>
          <a:p>
            <a:r>
              <a:rPr lang="en-US"/>
              <a:t>Click to edit Master title style</a:t>
            </a:r>
            <a:endParaRPr lang="en-US" dirty="0"/>
          </a:p>
        </p:txBody>
      </p:sp>
      <p:sp>
        <p:nvSpPr>
          <p:cNvPr id="3" name="Subtitle 2"/>
          <p:cNvSpPr>
            <a:spLocks noGrp="1"/>
          </p:cNvSpPr>
          <p:nvPr>
            <p:ph type="subTitle" idx="1"/>
          </p:nvPr>
        </p:nvSpPr>
        <p:spPr>
          <a:xfrm>
            <a:off x="1528273" y="3731247"/>
            <a:ext cx="9135454" cy="1655762"/>
          </a:xfrm>
        </p:spPr>
        <p:txBody>
          <a:bodyPr>
            <a:normAutofit/>
          </a:bodyPr>
          <a:lstStyle>
            <a:lvl1pPr marL="0" indent="0" algn="ctr">
              <a:buNone/>
              <a:defRPr sz="2400" b="0" i="0">
                <a:solidFill>
                  <a:srgbClr val="525252"/>
                </a:solidFill>
                <a:latin typeface="IBM Plex Sans" panose="020B0503050203000203"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cxnSp>
        <p:nvCxnSpPr>
          <p:cNvPr id="8" name="Straight Connector 7"/>
          <p:cNvCxnSpPr/>
          <p:nvPr/>
        </p:nvCxnSpPr>
        <p:spPr>
          <a:xfrm>
            <a:off x="2880360" y="3649111"/>
            <a:ext cx="6431280" cy="0"/>
          </a:xfrm>
          <a:prstGeom prst="line">
            <a:avLst/>
          </a:prstGeom>
          <a:ln>
            <a:solidFill>
              <a:srgbClr val="6C4DEA"/>
            </a:solidFill>
          </a:ln>
        </p:spPr>
        <p:style>
          <a:lnRef idx="1">
            <a:schemeClr val="accent1"/>
          </a:lnRef>
          <a:fillRef idx="0">
            <a:schemeClr val="accent1"/>
          </a:fillRef>
          <a:effectRef idx="0">
            <a:schemeClr val="accent1"/>
          </a:effectRef>
          <a:fontRef idx="minor">
            <a:schemeClr val="tx1"/>
          </a:fontRef>
        </p:style>
      </p:cxnSp>
      <p:sp>
        <p:nvSpPr>
          <p:cNvPr id="9" name="Rectangle 8"/>
          <p:cNvSpPr>
            <a:spLocks noChangeArrowheads="1"/>
          </p:cNvSpPr>
          <p:nvPr/>
        </p:nvSpPr>
        <p:spPr bwMode="black">
          <a:xfrm>
            <a:off x="4093580" y="5537419"/>
            <a:ext cx="4004840" cy="304359"/>
          </a:xfrm>
          <a:prstGeom prst="rect">
            <a:avLst/>
          </a:prstGeom>
          <a:noFill/>
          <a:ln w="9525">
            <a:noFill/>
            <a:miter lim="800000"/>
          </a:ln>
        </p:spPr>
        <p:txBody>
          <a:bodyPr lIns="92075" tIns="46038" rIns="92075" bIns="46038"/>
          <a:lstStyle>
            <a:lvl1pPr eaLnBrk="0" hangingPunct="0">
              <a:defRPr b="1">
                <a:solidFill>
                  <a:schemeClr val="tx1"/>
                </a:solidFill>
                <a:latin typeface="Arial" panose="020B0604020202020204" pitchFamily="34" charset="0"/>
                <a:cs typeface="Arial" panose="020B0604020202020204" pitchFamily="34" charset="0"/>
              </a:defRPr>
            </a:lvl1pPr>
            <a:lvl2pPr marL="742950" indent="-285750" eaLnBrk="0" hangingPunct="0">
              <a:defRPr b="1">
                <a:solidFill>
                  <a:schemeClr val="tx1"/>
                </a:solidFill>
                <a:latin typeface="Arial" panose="020B0604020202020204" pitchFamily="34" charset="0"/>
                <a:cs typeface="Arial" panose="020B0604020202020204" pitchFamily="34" charset="0"/>
              </a:defRPr>
            </a:lvl2pPr>
            <a:lvl3pPr marL="1143000" indent="-228600" eaLnBrk="0" hangingPunct="0">
              <a:defRPr b="1">
                <a:solidFill>
                  <a:schemeClr val="tx1"/>
                </a:solidFill>
                <a:latin typeface="Arial" panose="020B0604020202020204" pitchFamily="34" charset="0"/>
                <a:cs typeface="Arial" panose="020B0604020202020204" pitchFamily="34" charset="0"/>
              </a:defRPr>
            </a:lvl3pPr>
            <a:lvl4pPr marL="1600200" indent="-228600" eaLnBrk="0" hangingPunct="0">
              <a:defRPr b="1">
                <a:solidFill>
                  <a:schemeClr val="tx1"/>
                </a:solidFill>
                <a:latin typeface="Arial" panose="020B0604020202020204" pitchFamily="34" charset="0"/>
                <a:cs typeface="Arial" panose="020B0604020202020204" pitchFamily="34" charset="0"/>
              </a:defRPr>
            </a:lvl4pPr>
            <a:lvl5pPr marL="2057400" indent="-228600" eaLnBrk="0" hangingPunct="0">
              <a:defRPr b="1">
                <a:solidFill>
                  <a:schemeClr val="tx1"/>
                </a:solidFill>
                <a:latin typeface="Arial" panose="020B0604020202020204" pitchFamily="34" charset="0"/>
                <a:cs typeface="Arial" panose="020B0604020202020204" pitchFamily="34" charset="0"/>
              </a:defRPr>
            </a:lvl5pPr>
            <a:lvl6pPr marL="2514600" indent="-228600" algn="r"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6pPr>
            <a:lvl7pPr marL="2971800" indent="-228600" algn="r"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7pPr>
            <a:lvl8pPr marL="3429000" indent="-228600" algn="r"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8pPr>
            <a:lvl9pPr marL="3886200" indent="-228600" algn="r"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9pPr>
          </a:lstStyle>
          <a:p>
            <a:pPr algn="ctr" eaLnBrk="1" hangingPunct="1"/>
            <a:r>
              <a:rPr lang="en-US" sz="1400" b="0">
                <a:solidFill>
                  <a:srgbClr val="000000"/>
                </a:solidFill>
                <a:latin typeface="Helv"/>
              </a:rPr>
              <a:t>© IBM Corporation. All rights reserved.</a:t>
            </a:r>
            <a:endParaRPr lang="en-US" sz="1400" b="0">
              <a:solidFill>
                <a:srgbClr val="000000"/>
              </a:solidFill>
              <a:latin typeface="Helv"/>
            </a:endParaRPr>
          </a:p>
        </p:txBody>
      </p:sp>
      <p:grpSp>
        <p:nvGrpSpPr>
          <p:cNvPr id="5" name="Group 4"/>
          <p:cNvGrpSpPr/>
          <p:nvPr userDrawn="1"/>
        </p:nvGrpSpPr>
        <p:grpSpPr>
          <a:xfrm>
            <a:off x="11094856" y="6244940"/>
            <a:ext cx="1098532" cy="613059"/>
            <a:chOff x="8965342" y="4231217"/>
            <a:chExt cx="1608171" cy="897474"/>
          </a:xfrm>
        </p:grpSpPr>
        <p:pic>
          <p:nvPicPr>
            <p:cNvPr id="6" name="Graphic 5"/>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321121" y="4418033"/>
              <a:ext cx="897474" cy="355817"/>
            </a:xfrm>
            <a:prstGeom prst="rect">
              <a:avLst/>
            </a:prstGeom>
          </p:spPr>
        </p:pic>
        <p:pic>
          <p:nvPicPr>
            <p:cNvPr id="11" name="Graphic 10" hidden="1"/>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9321121" y="4772874"/>
              <a:ext cx="897474" cy="355817"/>
            </a:xfrm>
            <a:prstGeom prst="rect">
              <a:avLst/>
            </a:prstGeom>
          </p:spPr>
        </p:pic>
        <p:pic>
          <p:nvPicPr>
            <p:cNvPr id="12" name="Graphic 11" hidden="1"/>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rot="16200000">
              <a:off x="9946868" y="4502045"/>
              <a:ext cx="897474" cy="355817"/>
            </a:xfrm>
            <a:prstGeom prst="rect">
              <a:avLst/>
            </a:prstGeom>
          </p:spPr>
        </p:pic>
        <p:pic>
          <p:nvPicPr>
            <p:cNvPr id="13" name="Graphic 12" hidden="1"/>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rot="16200000">
              <a:off x="8694514" y="4502045"/>
              <a:ext cx="897474" cy="355817"/>
            </a:xfrm>
            <a:prstGeom prst="rect">
              <a:avLst/>
            </a:prstGeom>
          </p:spPr>
        </p:pic>
      </p:grpSp>
      <p:pic>
        <p:nvPicPr>
          <p:cNvPr id="14" name="Graphic 13"/>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241053" y="6372101"/>
            <a:ext cx="1630680" cy="247650"/>
          </a:xfrm>
          <a:prstGeom prst="rect">
            <a:avLst/>
          </a:prstGeom>
        </p:spPr>
      </p:pic>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525252"/>
                </a:solidFill>
              </a:defRPr>
            </a:lvl1pPr>
          </a:lstStyle>
          <a:p>
            <a:r>
              <a:rPr lang="en-US"/>
              <a:t>Click to edit Master title style</a:t>
            </a:r>
            <a:endParaRPr lang="en-US" dirty="0"/>
          </a:p>
        </p:txBody>
      </p:sp>
      <p:sp>
        <p:nvSpPr>
          <p:cNvPr id="3" name="Content Placeholder 2"/>
          <p:cNvSpPr>
            <a:spLocks noGrp="1"/>
          </p:cNvSpPr>
          <p:nvPr>
            <p:ph idx="1"/>
          </p:nvPr>
        </p:nvSpPr>
        <p:spPr>
          <a:xfrm>
            <a:off x="838200" y="1600199"/>
            <a:ext cx="10744200" cy="4572000"/>
          </a:xfrm>
        </p:spPr>
        <p:txBody>
          <a:bodyPr/>
          <a:lstStyle>
            <a:lvl1pPr>
              <a:defRPr>
                <a:solidFill>
                  <a:srgbClr val="262626"/>
                </a:solidFill>
              </a:defRPr>
            </a:lvl1pPr>
            <a:lvl2pPr>
              <a:defRPr>
                <a:solidFill>
                  <a:srgbClr val="262626"/>
                </a:solidFill>
              </a:defRPr>
            </a:lvl2pPr>
            <a:lvl3pPr>
              <a:defRPr>
                <a:solidFill>
                  <a:srgbClr val="262626"/>
                </a:solidFill>
              </a:defRPr>
            </a:lvl3pPr>
            <a:lvl4pPr>
              <a:defRPr>
                <a:solidFill>
                  <a:srgbClr val="262626"/>
                </a:solidFill>
              </a:defRPr>
            </a:lvl4pPr>
            <a:lvl5pPr>
              <a:defRPr>
                <a:solidFill>
                  <a:srgbClr val="262626"/>
                </a:solidFill>
              </a:defRPr>
            </a:lvl5pPr>
          </a:lstStyle>
          <a:p>
            <a:pPr lvl="0"/>
            <a:r>
              <a:rPr lang="en-US"/>
              <a:t>Click to edit Master text styles</a:t>
            </a:r>
            <a:endParaRPr lang="en-US"/>
          </a:p>
          <a:p>
            <a:pPr lvl="1"/>
            <a:r>
              <a:rPr lang="en-US"/>
              <a:t>Second level</a:t>
            </a:r>
            <a:endParaRPr lang="en-US"/>
          </a:p>
          <a:p>
            <a:pPr lvl="2"/>
            <a:r>
              <a:rPr lang="en-US"/>
              <a:t>Third level</a:t>
            </a:r>
            <a:endParaRPr lang="en-US"/>
          </a:p>
        </p:txBody>
      </p:sp>
      <p:cxnSp>
        <p:nvCxnSpPr>
          <p:cNvPr id="7" name="Straight Connector 6"/>
          <p:cNvCxnSpPr/>
          <p:nvPr/>
        </p:nvCxnSpPr>
        <p:spPr>
          <a:xfrm>
            <a:off x="838200" y="1296645"/>
            <a:ext cx="10515600" cy="368"/>
          </a:xfrm>
          <a:prstGeom prst="line">
            <a:avLst/>
          </a:prstGeom>
          <a:ln>
            <a:solidFill>
              <a:srgbClr val="6C4DEA"/>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i="0">
                <a:solidFill>
                  <a:srgbClr val="525252"/>
                </a:solidFill>
                <a:latin typeface="IBM Plex Sans SemiBold" panose="020B0503050203000203" pitchFamily="34" charset="0"/>
              </a:defRPr>
            </a:lvl1pPr>
          </a:lstStyle>
          <a:p>
            <a:r>
              <a:rPr lang="en-US"/>
              <a:t>Click to edit Master title style</a:t>
            </a:r>
            <a:endParaRPr lang="en-US" dirty="0"/>
          </a:p>
        </p:txBody>
      </p:sp>
      <p:sp>
        <p:nvSpPr>
          <p:cNvPr id="3" name="Content Placeholder 2"/>
          <p:cNvSpPr>
            <a:spLocks noGrp="1"/>
          </p:cNvSpPr>
          <p:nvPr>
            <p:ph sz="half" idx="1"/>
          </p:nvPr>
        </p:nvSpPr>
        <p:spPr>
          <a:xfrm>
            <a:off x="838200" y="1600200"/>
            <a:ext cx="5181600" cy="4572000"/>
          </a:xfrm>
        </p:spPr>
        <p:txBody>
          <a:bodyPr/>
          <a:lstStyle>
            <a:lvl1pPr>
              <a:defRPr>
                <a:solidFill>
                  <a:srgbClr val="262626"/>
                </a:solidFill>
              </a:defRPr>
            </a:lvl1pPr>
            <a:lvl2pPr>
              <a:defRPr>
                <a:solidFill>
                  <a:srgbClr val="262626"/>
                </a:solidFill>
              </a:defRPr>
            </a:lvl2pPr>
            <a:lvl3pPr>
              <a:defRPr>
                <a:solidFill>
                  <a:srgbClr val="262626"/>
                </a:solidFill>
              </a:defRPr>
            </a:lvl3pPr>
            <a:lvl4pPr>
              <a:defRPr>
                <a:solidFill>
                  <a:srgbClr val="525252"/>
                </a:solidFill>
              </a:defRPr>
            </a:lvl4pPr>
            <a:lvl5pPr>
              <a:defRPr>
                <a:solidFill>
                  <a:srgbClr val="525252"/>
                </a:solidFill>
              </a:defRPr>
            </a:lvl5pPr>
          </a:lstStyle>
          <a:p>
            <a:pPr lvl="0"/>
            <a:r>
              <a:rPr lang="en-US"/>
              <a:t>Click to edit Master text styles</a:t>
            </a:r>
            <a:endParaRPr lang="en-US"/>
          </a:p>
          <a:p>
            <a:pPr lvl="1"/>
            <a:r>
              <a:rPr lang="en-US"/>
              <a:t>Second level</a:t>
            </a:r>
            <a:endParaRPr lang="en-US"/>
          </a:p>
          <a:p>
            <a:pPr lvl="2"/>
            <a:r>
              <a:rPr lang="en-US"/>
              <a:t>Third level</a:t>
            </a:r>
            <a:endParaRPr lang="en-US"/>
          </a:p>
        </p:txBody>
      </p:sp>
      <p:sp>
        <p:nvSpPr>
          <p:cNvPr id="4" name="Content Placeholder 3"/>
          <p:cNvSpPr>
            <a:spLocks noGrp="1"/>
          </p:cNvSpPr>
          <p:nvPr>
            <p:ph sz="half" idx="2"/>
          </p:nvPr>
        </p:nvSpPr>
        <p:spPr>
          <a:xfrm>
            <a:off x="6172200" y="1600200"/>
            <a:ext cx="5181600" cy="4572000"/>
          </a:xfrm>
        </p:spPr>
        <p:txBody>
          <a:bodyPr/>
          <a:lstStyle>
            <a:lvl1pPr>
              <a:defRPr>
                <a:solidFill>
                  <a:srgbClr val="262626"/>
                </a:solidFill>
              </a:defRPr>
            </a:lvl1pPr>
            <a:lvl2pPr>
              <a:defRPr>
                <a:solidFill>
                  <a:srgbClr val="262626"/>
                </a:solidFill>
              </a:defRPr>
            </a:lvl2pPr>
            <a:lvl3pPr>
              <a:defRPr>
                <a:solidFill>
                  <a:srgbClr val="262626"/>
                </a:solidFill>
              </a:defRPr>
            </a:lvl3pPr>
            <a:lvl4pPr>
              <a:defRPr>
                <a:solidFill>
                  <a:srgbClr val="525252"/>
                </a:solidFill>
              </a:defRPr>
            </a:lvl4pPr>
            <a:lvl5pPr>
              <a:defRPr>
                <a:solidFill>
                  <a:srgbClr val="525252"/>
                </a:solidFill>
              </a:defRPr>
            </a:lvl5pPr>
          </a:lstStyle>
          <a:p>
            <a:pPr lvl="0"/>
            <a:r>
              <a:rPr lang="en-US"/>
              <a:t>Click to edit Master text styles</a:t>
            </a:r>
            <a:endParaRPr lang="en-US"/>
          </a:p>
          <a:p>
            <a:pPr lvl="1"/>
            <a:r>
              <a:rPr lang="en-US"/>
              <a:t>Second level</a:t>
            </a:r>
            <a:endParaRPr lang="en-US"/>
          </a:p>
          <a:p>
            <a:pPr lvl="2"/>
            <a:r>
              <a:rPr lang="en-US"/>
              <a:t>Third level</a:t>
            </a:r>
            <a:endParaRPr lang="en-US"/>
          </a:p>
        </p:txBody>
      </p:sp>
      <p:cxnSp>
        <p:nvCxnSpPr>
          <p:cNvPr id="8" name="Straight Connector 7"/>
          <p:cNvCxnSpPr/>
          <p:nvPr/>
        </p:nvCxnSpPr>
        <p:spPr>
          <a:xfrm>
            <a:off x="838200" y="1364249"/>
            <a:ext cx="10515600" cy="368"/>
          </a:xfrm>
          <a:prstGeom prst="line">
            <a:avLst/>
          </a:prstGeom>
          <a:ln>
            <a:solidFill>
              <a:srgbClr val="6C4DEA"/>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9" name="Title 1"/>
          <p:cNvSpPr>
            <a:spLocks noGrp="1"/>
          </p:cNvSpPr>
          <p:nvPr>
            <p:ph type="ctrTitle"/>
          </p:nvPr>
        </p:nvSpPr>
        <p:spPr>
          <a:xfrm>
            <a:off x="1524000" y="1122363"/>
            <a:ext cx="9144000" cy="2387600"/>
          </a:xfrm>
        </p:spPr>
        <p:txBody>
          <a:bodyPr anchor="b">
            <a:normAutofit/>
          </a:bodyPr>
          <a:lstStyle>
            <a:lvl1pPr algn="ctr">
              <a:defRPr sz="4800" b="1" i="0">
                <a:solidFill>
                  <a:srgbClr val="525252"/>
                </a:solidFill>
                <a:latin typeface="IBM Plex Sans SemiBold" panose="020B0503050203000203" pitchFamily="34" charset="0"/>
                <a:ea typeface="IBM Plex Sans SemiBold" panose="020B0503050203000203" pitchFamily="34" charset="0"/>
                <a:cs typeface="IBM Plex Sans SemiBold" panose="020B0503050203000203" pitchFamily="34" charset="0"/>
              </a:defRPr>
            </a:lvl1pPr>
          </a:lstStyle>
          <a:p>
            <a:r>
              <a:rPr lang="en-US"/>
              <a:t>Click to edit Master title style</a:t>
            </a:r>
            <a:endParaRPr 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showMasterSp="0">
  <p:cSld name="2_Blank">
    <p:bg>
      <p:bgPr>
        <a:solidFill>
          <a:schemeClr val="bg2"/>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showMasterSp="0">
  <p:cSld name="Title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13873" y="1168401"/>
            <a:ext cx="10964254" cy="2387600"/>
          </a:xfrm>
          <a:solidFill>
            <a:schemeClr val="bg2"/>
          </a:solidFill>
        </p:spPr>
        <p:txBody>
          <a:bodyPr anchor="b">
            <a:normAutofit/>
          </a:bodyPr>
          <a:lstStyle>
            <a:lvl1pPr algn="ctr">
              <a:defRPr sz="4800" b="0" i="0">
                <a:solidFill>
                  <a:srgbClr val="525252"/>
                </a:solidFill>
                <a:latin typeface="IBM Plex Sans SemiBold" panose="020B0503050203000203" pitchFamily="34" charset="0"/>
                <a:ea typeface="IBM Plex Sans SemiBold" panose="020B0503050203000203" pitchFamily="34" charset="0"/>
                <a:cs typeface="IBM Plex Sans SemiBold" panose="020B0503050203000203" pitchFamily="34" charset="0"/>
              </a:defRPr>
            </a:lvl1pPr>
          </a:lstStyle>
          <a:p>
            <a:r>
              <a:rPr lang="en-US"/>
              <a:t>Click to edit Master title style</a:t>
            </a:r>
            <a:endParaRPr lang="en-US" dirty="0"/>
          </a:p>
        </p:txBody>
      </p:sp>
      <p:sp>
        <p:nvSpPr>
          <p:cNvPr id="3" name="Subtitle 2"/>
          <p:cNvSpPr>
            <a:spLocks noGrp="1"/>
          </p:cNvSpPr>
          <p:nvPr>
            <p:ph type="subTitle" idx="1"/>
          </p:nvPr>
        </p:nvSpPr>
        <p:spPr>
          <a:xfrm>
            <a:off x="1528273" y="3731247"/>
            <a:ext cx="9135454" cy="1655762"/>
          </a:xfrm>
        </p:spPr>
        <p:txBody>
          <a:bodyPr>
            <a:normAutofit/>
          </a:bodyPr>
          <a:lstStyle>
            <a:lvl1pPr marL="0" indent="0" algn="ctr">
              <a:buNone/>
              <a:defRPr sz="2400" b="0" i="0">
                <a:solidFill>
                  <a:srgbClr val="525252"/>
                </a:solidFill>
                <a:latin typeface="IBM Plex Sans" panose="020B0503050203000203"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cxnSp>
        <p:nvCxnSpPr>
          <p:cNvPr id="8" name="Straight Connector 7"/>
          <p:cNvCxnSpPr/>
          <p:nvPr/>
        </p:nvCxnSpPr>
        <p:spPr>
          <a:xfrm>
            <a:off x="2880360" y="3649111"/>
            <a:ext cx="6431280" cy="0"/>
          </a:xfrm>
          <a:prstGeom prst="line">
            <a:avLst/>
          </a:prstGeom>
          <a:ln>
            <a:solidFill>
              <a:srgbClr val="6C4DEA"/>
            </a:solidFill>
          </a:ln>
        </p:spPr>
        <p:style>
          <a:lnRef idx="1">
            <a:schemeClr val="accent1"/>
          </a:lnRef>
          <a:fillRef idx="0">
            <a:schemeClr val="accent1"/>
          </a:fillRef>
          <a:effectRef idx="0">
            <a:schemeClr val="accent1"/>
          </a:effectRef>
          <a:fontRef idx="minor">
            <a:schemeClr val="tx1"/>
          </a:fontRef>
        </p:style>
      </p:cxnSp>
      <p:sp>
        <p:nvSpPr>
          <p:cNvPr id="9" name="Rectangle 8"/>
          <p:cNvSpPr>
            <a:spLocks noChangeArrowheads="1"/>
          </p:cNvSpPr>
          <p:nvPr/>
        </p:nvSpPr>
        <p:spPr bwMode="black">
          <a:xfrm>
            <a:off x="4093580" y="5537419"/>
            <a:ext cx="4004840" cy="304359"/>
          </a:xfrm>
          <a:prstGeom prst="rect">
            <a:avLst/>
          </a:prstGeom>
          <a:noFill/>
          <a:ln w="9525">
            <a:noFill/>
            <a:miter lim="800000"/>
          </a:ln>
        </p:spPr>
        <p:txBody>
          <a:bodyPr lIns="92075" tIns="46038" rIns="92075" bIns="46038"/>
          <a:lstStyle>
            <a:lvl1pPr eaLnBrk="0" hangingPunct="0">
              <a:defRPr b="1">
                <a:solidFill>
                  <a:schemeClr val="tx1"/>
                </a:solidFill>
                <a:latin typeface="Arial" panose="020B0604020202020204" pitchFamily="34" charset="0"/>
                <a:cs typeface="Arial" panose="020B0604020202020204" pitchFamily="34" charset="0"/>
              </a:defRPr>
            </a:lvl1pPr>
            <a:lvl2pPr marL="742950" indent="-285750" eaLnBrk="0" hangingPunct="0">
              <a:defRPr b="1">
                <a:solidFill>
                  <a:schemeClr val="tx1"/>
                </a:solidFill>
                <a:latin typeface="Arial" panose="020B0604020202020204" pitchFamily="34" charset="0"/>
                <a:cs typeface="Arial" panose="020B0604020202020204" pitchFamily="34" charset="0"/>
              </a:defRPr>
            </a:lvl2pPr>
            <a:lvl3pPr marL="1143000" indent="-228600" eaLnBrk="0" hangingPunct="0">
              <a:defRPr b="1">
                <a:solidFill>
                  <a:schemeClr val="tx1"/>
                </a:solidFill>
                <a:latin typeface="Arial" panose="020B0604020202020204" pitchFamily="34" charset="0"/>
                <a:cs typeface="Arial" panose="020B0604020202020204" pitchFamily="34" charset="0"/>
              </a:defRPr>
            </a:lvl3pPr>
            <a:lvl4pPr marL="1600200" indent="-228600" eaLnBrk="0" hangingPunct="0">
              <a:defRPr b="1">
                <a:solidFill>
                  <a:schemeClr val="tx1"/>
                </a:solidFill>
                <a:latin typeface="Arial" panose="020B0604020202020204" pitchFamily="34" charset="0"/>
                <a:cs typeface="Arial" panose="020B0604020202020204" pitchFamily="34" charset="0"/>
              </a:defRPr>
            </a:lvl4pPr>
            <a:lvl5pPr marL="2057400" indent="-228600" eaLnBrk="0" hangingPunct="0">
              <a:defRPr b="1">
                <a:solidFill>
                  <a:schemeClr val="tx1"/>
                </a:solidFill>
                <a:latin typeface="Arial" panose="020B0604020202020204" pitchFamily="34" charset="0"/>
                <a:cs typeface="Arial" panose="020B0604020202020204" pitchFamily="34" charset="0"/>
              </a:defRPr>
            </a:lvl5pPr>
            <a:lvl6pPr marL="2514600" indent="-228600" algn="r"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6pPr>
            <a:lvl7pPr marL="2971800" indent="-228600" algn="r"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7pPr>
            <a:lvl8pPr marL="3429000" indent="-228600" algn="r"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8pPr>
            <a:lvl9pPr marL="3886200" indent="-228600" algn="r"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9pPr>
          </a:lstStyle>
          <a:p>
            <a:pPr algn="ctr" eaLnBrk="1" hangingPunct="1"/>
            <a:r>
              <a:rPr lang="en-US" sz="1400" b="0">
                <a:solidFill>
                  <a:srgbClr val="000000"/>
                </a:solidFill>
                <a:latin typeface="Helv"/>
              </a:rPr>
              <a:t>© IBM Corporation. All rights reserved.</a:t>
            </a:r>
            <a:endParaRPr lang="en-US" sz="1400" b="0">
              <a:solidFill>
                <a:srgbClr val="000000"/>
              </a:solidFill>
              <a:latin typeface="Helv"/>
            </a:endParaRPr>
          </a:p>
        </p:txBody>
      </p:sp>
      <p:grpSp>
        <p:nvGrpSpPr>
          <p:cNvPr id="5" name="Group 4"/>
          <p:cNvGrpSpPr/>
          <p:nvPr userDrawn="1"/>
        </p:nvGrpSpPr>
        <p:grpSpPr>
          <a:xfrm>
            <a:off x="11094856" y="6244940"/>
            <a:ext cx="1098532" cy="613059"/>
            <a:chOff x="8965342" y="4231217"/>
            <a:chExt cx="1608171" cy="897474"/>
          </a:xfrm>
        </p:grpSpPr>
        <p:pic>
          <p:nvPicPr>
            <p:cNvPr id="6" name="Graphic 5"/>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321121" y="4418033"/>
              <a:ext cx="897474" cy="355817"/>
            </a:xfrm>
            <a:prstGeom prst="rect">
              <a:avLst/>
            </a:prstGeom>
          </p:spPr>
        </p:pic>
        <p:pic>
          <p:nvPicPr>
            <p:cNvPr id="11" name="Graphic 10" hidden="1"/>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9321121" y="4772874"/>
              <a:ext cx="897474" cy="355817"/>
            </a:xfrm>
            <a:prstGeom prst="rect">
              <a:avLst/>
            </a:prstGeom>
          </p:spPr>
        </p:pic>
        <p:pic>
          <p:nvPicPr>
            <p:cNvPr id="12" name="Graphic 11" hidden="1"/>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rot="16200000">
              <a:off x="9946868" y="4502045"/>
              <a:ext cx="897474" cy="355817"/>
            </a:xfrm>
            <a:prstGeom prst="rect">
              <a:avLst/>
            </a:prstGeom>
          </p:spPr>
        </p:pic>
        <p:pic>
          <p:nvPicPr>
            <p:cNvPr id="13" name="Graphic 12" hidden="1"/>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rot="16200000">
              <a:off x="8694514" y="4502045"/>
              <a:ext cx="897474" cy="355817"/>
            </a:xfrm>
            <a:prstGeom prst="rect">
              <a:avLst/>
            </a:prstGeom>
          </p:spPr>
        </p:pic>
      </p:grpSp>
      <p:pic>
        <p:nvPicPr>
          <p:cNvPr id="14" name="Graphic 13"/>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241053" y="6372101"/>
            <a:ext cx="1630680" cy="247650"/>
          </a:xfrm>
          <a:prstGeom prst="rect">
            <a:avLst/>
          </a:prstGeom>
        </p:spPr>
      </p:pic>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525252"/>
                </a:solidFill>
              </a:defRPr>
            </a:lvl1pPr>
          </a:lstStyle>
          <a:p>
            <a:r>
              <a:rPr lang="en-US"/>
              <a:t>Click to edit Master title style</a:t>
            </a:r>
            <a:endParaRPr lang="en-US" dirty="0"/>
          </a:p>
        </p:txBody>
      </p:sp>
      <p:sp>
        <p:nvSpPr>
          <p:cNvPr id="3" name="Content Placeholder 2"/>
          <p:cNvSpPr>
            <a:spLocks noGrp="1"/>
          </p:cNvSpPr>
          <p:nvPr>
            <p:ph idx="1"/>
          </p:nvPr>
        </p:nvSpPr>
        <p:spPr>
          <a:xfrm>
            <a:off x="838200" y="1600199"/>
            <a:ext cx="10744200" cy="4572000"/>
          </a:xfrm>
        </p:spPr>
        <p:txBody>
          <a:bodyPr/>
          <a:lstStyle>
            <a:lvl1pPr>
              <a:defRPr>
                <a:solidFill>
                  <a:srgbClr val="262626"/>
                </a:solidFill>
              </a:defRPr>
            </a:lvl1pPr>
            <a:lvl2pPr>
              <a:defRPr>
                <a:solidFill>
                  <a:srgbClr val="262626"/>
                </a:solidFill>
              </a:defRPr>
            </a:lvl2pPr>
            <a:lvl3pPr>
              <a:defRPr>
                <a:solidFill>
                  <a:srgbClr val="262626"/>
                </a:solidFill>
              </a:defRPr>
            </a:lvl3pPr>
            <a:lvl4pPr>
              <a:defRPr>
                <a:solidFill>
                  <a:srgbClr val="262626"/>
                </a:solidFill>
              </a:defRPr>
            </a:lvl4pPr>
            <a:lvl5pPr>
              <a:defRPr>
                <a:solidFill>
                  <a:srgbClr val="262626"/>
                </a:solidFill>
              </a:defRPr>
            </a:lvl5pPr>
          </a:lstStyle>
          <a:p>
            <a:pPr lvl="0"/>
            <a:r>
              <a:rPr lang="en-US"/>
              <a:t>Click to edit Master text styles</a:t>
            </a:r>
            <a:endParaRPr lang="en-US"/>
          </a:p>
          <a:p>
            <a:pPr lvl="1"/>
            <a:r>
              <a:rPr lang="en-US"/>
              <a:t>Second level</a:t>
            </a:r>
            <a:endParaRPr lang="en-US"/>
          </a:p>
          <a:p>
            <a:pPr lvl="2"/>
            <a:r>
              <a:rPr lang="en-US"/>
              <a:t>Third level</a:t>
            </a:r>
            <a:endParaRPr lang="en-US"/>
          </a:p>
        </p:txBody>
      </p:sp>
      <p:cxnSp>
        <p:nvCxnSpPr>
          <p:cNvPr id="7" name="Straight Connector 6"/>
          <p:cNvCxnSpPr/>
          <p:nvPr/>
        </p:nvCxnSpPr>
        <p:spPr>
          <a:xfrm>
            <a:off x="838200" y="1296645"/>
            <a:ext cx="10515600" cy="368"/>
          </a:xfrm>
          <a:prstGeom prst="line">
            <a:avLst/>
          </a:prstGeom>
          <a:ln>
            <a:solidFill>
              <a:srgbClr val="6C4DEA"/>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i="0">
                <a:solidFill>
                  <a:srgbClr val="525252"/>
                </a:solidFill>
                <a:latin typeface="IBM Plex Sans SemiBold" panose="020B0503050203000203" pitchFamily="34" charset="0"/>
              </a:defRPr>
            </a:lvl1pPr>
          </a:lstStyle>
          <a:p>
            <a:r>
              <a:rPr lang="en-US"/>
              <a:t>Click to edit Master title style</a:t>
            </a:r>
            <a:endParaRPr lang="en-US" dirty="0"/>
          </a:p>
        </p:txBody>
      </p:sp>
      <p:sp>
        <p:nvSpPr>
          <p:cNvPr id="3" name="Content Placeholder 2"/>
          <p:cNvSpPr>
            <a:spLocks noGrp="1"/>
          </p:cNvSpPr>
          <p:nvPr>
            <p:ph sz="half" idx="1"/>
          </p:nvPr>
        </p:nvSpPr>
        <p:spPr>
          <a:xfrm>
            <a:off x="838200" y="1600200"/>
            <a:ext cx="5181600" cy="4572000"/>
          </a:xfrm>
        </p:spPr>
        <p:txBody>
          <a:bodyPr/>
          <a:lstStyle>
            <a:lvl1pPr>
              <a:defRPr>
                <a:solidFill>
                  <a:srgbClr val="262626"/>
                </a:solidFill>
              </a:defRPr>
            </a:lvl1pPr>
            <a:lvl2pPr>
              <a:defRPr>
                <a:solidFill>
                  <a:srgbClr val="262626"/>
                </a:solidFill>
              </a:defRPr>
            </a:lvl2pPr>
            <a:lvl3pPr>
              <a:defRPr>
                <a:solidFill>
                  <a:srgbClr val="262626"/>
                </a:solidFill>
              </a:defRPr>
            </a:lvl3pPr>
            <a:lvl4pPr>
              <a:defRPr>
                <a:solidFill>
                  <a:srgbClr val="525252"/>
                </a:solidFill>
              </a:defRPr>
            </a:lvl4pPr>
            <a:lvl5pPr>
              <a:defRPr>
                <a:solidFill>
                  <a:srgbClr val="525252"/>
                </a:solidFill>
              </a:defRPr>
            </a:lvl5pPr>
          </a:lstStyle>
          <a:p>
            <a:pPr lvl="0"/>
            <a:r>
              <a:rPr lang="en-US"/>
              <a:t>Click to edit Master text styles</a:t>
            </a:r>
            <a:endParaRPr lang="en-US"/>
          </a:p>
          <a:p>
            <a:pPr lvl="1"/>
            <a:r>
              <a:rPr lang="en-US"/>
              <a:t>Second level</a:t>
            </a:r>
            <a:endParaRPr lang="en-US"/>
          </a:p>
          <a:p>
            <a:pPr lvl="2"/>
            <a:r>
              <a:rPr lang="en-US"/>
              <a:t>Third level</a:t>
            </a:r>
            <a:endParaRPr lang="en-US"/>
          </a:p>
        </p:txBody>
      </p:sp>
      <p:sp>
        <p:nvSpPr>
          <p:cNvPr id="4" name="Content Placeholder 3"/>
          <p:cNvSpPr>
            <a:spLocks noGrp="1"/>
          </p:cNvSpPr>
          <p:nvPr>
            <p:ph sz="half" idx="2"/>
          </p:nvPr>
        </p:nvSpPr>
        <p:spPr>
          <a:xfrm>
            <a:off x="6172200" y="1600200"/>
            <a:ext cx="5181600" cy="4572000"/>
          </a:xfrm>
        </p:spPr>
        <p:txBody>
          <a:bodyPr/>
          <a:lstStyle>
            <a:lvl1pPr>
              <a:defRPr>
                <a:solidFill>
                  <a:srgbClr val="262626"/>
                </a:solidFill>
              </a:defRPr>
            </a:lvl1pPr>
            <a:lvl2pPr>
              <a:defRPr>
                <a:solidFill>
                  <a:srgbClr val="262626"/>
                </a:solidFill>
              </a:defRPr>
            </a:lvl2pPr>
            <a:lvl3pPr>
              <a:defRPr>
                <a:solidFill>
                  <a:srgbClr val="262626"/>
                </a:solidFill>
              </a:defRPr>
            </a:lvl3pPr>
            <a:lvl4pPr>
              <a:defRPr>
                <a:solidFill>
                  <a:srgbClr val="525252"/>
                </a:solidFill>
              </a:defRPr>
            </a:lvl4pPr>
            <a:lvl5pPr>
              <a:defRPr>
                <a:solidFill>
                  <a:srgbClr val="525252"/>
                </a:solidFill>
              </a:defRPr>
            </a:lvl5pPr>
          </a:lstStyle>
          <a:p>
            <a:pPr lvl="0"/>
            <a:r>
              <a:rPr lang="en-US"/>
              <a:t>Click to edit Master text styles</a:t>
            </a:r>
            <a:endParaRPr lang="en-US"/>
          </a:p>
          <a:p>
            <a:pPr lvl="1"/>
            <a:r>
              <a:rPr lang="en-US"/>
              <a:t>Second level</a:t>
            </a:r>
            <a:endParaRPr lang="en-US"/>
          </a:p>
          <a:p>
            <a:pPr lvl="2"/>
            <a:r>
              <a:rPr lang="en-US"/>
              <a:t>Third level</a:t>
            </a:r>
            <a:endParaRPr lang="en-US"/>
          </a:p>
        </p:txBody>
      </p:sp>
      <p:cxnSp>
        <p:nvCxnSpPr>
          <p:cNvPr id="8" name="Straight Connector 7"/>
          <p:cNvCxnSpPr/>
          <p:nvPr/>
        </p:nvCxnSpPr>
        <p:spPr>
          <a:xfrm>
            <a:off x="838200" y="1364249"/>
            <a:ext cx="10515600" cy="368"/>
          </a:xfrm>
          <a:prstGeom prst="line">
            <a:avLst/>
          </a:prstGeom>
          <a:ln>
            <a:solidFill>
              <a:srgbClr val="6C4DEA"/>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9" name="Title 1"/>
          <p:cNvSpPr>
            <a:spLocks noGrp="1"/>
          </p:cNvSpPr>
          <p:nvPr>
            <p:ph type="ctrTitle"/>
          </p:nvPr>
        </p:nvSpPr>
        <p:spPr>
          <a:xfrm>
            <a:off x="1524000" y="1122363"/>
            <a:ext cx="9144000" cy="2387600"/>
          </a:xfrm>
        </p:spPr>
        <p:txBody>
          <a:bodyPr anchor="b">
            <a:normAutofit/>
          </a:bodyPr>
          <a:lstStyle>
            <a:lvl1pPr algn="ctr">
              <a:defRPr sz="4800" b="1" i="0">
                <a:solidFill>
                  <a:srgbClr val="525252"/>
                </a:solidFill>
                <a:latin typeface="IBM Plex Sans SemiBold" panose="020B0503050203000203" pitchFamily="34" charset="0"/>
                <a:ea typeface="IBM Plex Sans SemiBold" panose="020B0503050203000203" pitchFamily="34" charset="0"/>
                <a:cs typeface="IBM Plex Sans SemiBold" panose="020B0503050203000203" pitchFamily="34" charset="0"/>
              </a:defRPr>
            </a:lvl1pPr>
          </a:lstStyle>
          <a:p>
            <a:r>
              <a:rPr lang="en-US"/>
              <a:t>Click to edit Master title style</a:t>
            </a:r>
            <a:endParaRPr lang="en-US"/>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showMasterSp="0">
  <p:cSld name="2_Blank">
    <p:bg>
      <p:bgPr>
        <a:solidFill>
          <a:schemeClr val="bg2"/>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showMasterSp="0">
  <p:cSld name="Title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13873" y="1168401"/>
            <a:ext cx="10964254" cy="2387600"/>
          </a:xfrm>
          <a:solidFill>
            <a:schemeClr val="bg2"/>
          </a:solidFill>
        </p:spPr>
        <p:txBody>
          <a:bodyPr anchor="b">
            <a:normAutofit/>
          </a:bodyPr>
          <a:lstStyle>
            <a:lvl1pPr algn="ctr">
              <a:defRPr sz="4800" b="0" i="0">
                <a:solidFill>
                  <a:srgbClr val="525252"/>
                </a:solidFill>
                <a:latin typeface="IBM Plex Sans SemiBold" panose="020B0503050203000203" pitchFamily="34" charset="0"/>
                <a:ea typeface="IBM Plex Sans SemiBold" panose="020B0503050203000203" pitchFamily="34" charset="0"/>
                <a:cs typeface="IBM Plex Sans SemiBold" panose="020B0503050203000203" pitchFamily="34" charset="0"/>
              </a:defRPr>
            </a:lvl1pPr>
          </a:lstStyle>
          <a:p>
            <a:r>
              <a:rPr lang="en-US"/>
              <a:t>Click to edit Master title style</a:t>
            </a:r>
            <a:endParaRPr lang="en-US" dirty="0"/>
          </a:p>
        </p:txBody>
      </p:sp>
      <p:sp>
        <p:nvSpPr>
          <p:cNvPr id="3" name="Subtitle 2"/>
          <p:cNvSpPr>
            <a:spLocks noGrp="1"/>
          </p:cNvSpPr>
          <p:nvPr>
            <p:ph type="subTitle" idx="1"/>
          </p:nvPr>
        </p:nvSpPr>
        <p:spPr>
          <a:xfrm>
            <a:off x="1528273" y="3731247"/>
            <a:ext cx="9135454" cy="1655762"/>
          </a:xfrm>
        </p:spPr>
        <p:txBody>
          <a:bodyPr>
            <a:normAutofit/>
          </a:bodyPr>
          <a:lstStyle>
            <a:lvl1pPr marL="0" indent="0" algn="ctr">
              <a:buNone/>
              <a:defRPr sz="2400" b="0" i="0">
                <a:solidFill>
                  <a:srgbClr val="525252"/>
                </a:solidFill>
                <a:latin typeface="IBM Plex Sans" panose="020B0503050203000203"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cxnSp>
        <p:nvCxnSpPr>
          <p:cNvPr id="8" name="Straight Connector 7"/>
          <p:cNvCxnSpPr/>
          <p:nvPr/>
        </p:nvCxnSpPr>
        <p:spPr>
          <a:xfrm>
            <a:off x="2880360" y="3649111"/>
            <a:ext cx="6431280" cy="0"/>
          </a:xfrm>
          <a:prstGeom prst="line">
            <a:avLst/>
          </a:prstGeom>
          <a:ln>
            <a:solidFill>
              <a:srgbClr val="6C4DEA"/>
            </a:solidFill>
          </a:ln>
        </p:spPr>
        <p:style>
          <a:lnRef idx="1">
            <a:schemeClr val="accent1"/>
          </a:lnRef>
          <a:fillRef idx="0">
            <a:schemeClr val="accent1"/>
          </a:fillRef>
          <a:effectRef idx="0">
            <a:schemeClr val="accent1"/>
          </a:effectRef>
          <a:fontRef idx="minor">
            <a:schemeClr val="tx1"/>
          </a:fontRef>
        </p:style>
      </p:cxnSp>
      <p:sp>
        <p:nvSpPr>
          <p:cNvPr id="9" name="Rectangle 8"/>
          <p:cNvSpPr>
            <a:spLocks noChangeArrowheads="1"/>
          </p:cNvSpPr>
          <p:nvPr/>
        </p:nvSpPr>
        <p:spPr bwMode="black">
          <a:xfrm>
            <a:off x="4093580" y="5537419"/>
            <a:ext cx="4004840" cy="304359"/>
          </a:xfrm>
          <a:prstGeom prst="rect">
            <a:avLst/>
          </a:prstGeom>
          <a:noFill/>
          <a:ln w="9525">
            <a:noFill/>
            <a:miter lim="800000"/>
          </a:ln>
        </p:spPr>
        <p:txBody>
          <a:bodyPr lIns="92075" tIns="46038" rIns="92075" bIns="46038"/>
          <a:lstStyle>
            <a:lvl1pPr eaLnBrk="0" hangingPunct="0">
              <a:defRPr b="1">
                <a:solidFill>
                  <a:schemeClr val="tx1"/>
                </a:solidFill>
                <a:latin typeface="Arial" panose="020B0604020202020204" pitchFamily="34" charset="0"/>
                <a:cs typeface="Arial" panose="020B0604020202020204" pitchFamily="34" charset="0"/>
              </a:defRPr>
            </a:lvl1pPr>
            <a:lvl2pPr marL="742950" indent="-285750" eaLnBrk="0" hangingPunct="0">
              <a:defRPr b="1">
                <a:solidFill>
                  <a:schemeClr val="tx1"/>
                </a:solidFill>
                <a:latin typeface="Arial" panose="020B0604020202020204" pitchFamily="34" charset="0"/>
                <a:cs typeface="Arial" panose="020B0604020202020204" pitchFamily="34" charset="0"/>
              </a:defRPr>
            </a:lvl2pPr>
            <a:lvl3pPr marL="1143000" indent="-228600" eaLnBrk="0" hangingPunct="0">
              <a:defRPr b="1">
                <a:solidFill>
                  <a:schemeClr val="tx1"/>
                </a:solidFill>
                <a:latin typeface="Arial" panose="020B0604020202020204" pitchFamily="34" charset="0"/>
                <a:cs typeface="Arial" panose="020B0604020202020204" pitchFamily="34" charset="0"/>
              </a:defRPr>
            </a:lvl3pPr>
            <a:lvl4pPr marL="1600200" indent="-228600" eaLnBrk="0" hangingPunct="0">
              <a:defRPr b="1">
                <a:solidFill>
                  <a:schemeClr val="tx1"/>
                </a:solidFill>
                <a:latin typeface="Arial" panose="020B0604020202020204" pitchFamily="34" charset="0"/>
                <a:cs typeface="Arial" panose="020B0604020202020204" pitchFamily="34" charset="0"/>
              </a:defRPr>
            </a:lvl4pPr>
            <a:lvl5pPr marL="2057400" indent="-228600" eaLnBrk="0" hangingPunct="0">
              <a:defRPr b="1">
                <a:solidFill>
                  <a:schemeClr val="tx1"/>
                </a:solidFill>
                <a:latin typeface="Arial" panose="020B0604020202020204" pitchFamily="34" charset="0"/>
                <a:cs typeface="Arial" panose="020B0604020202020204" pitchFamily="34" charset="0"/>
              </a:defRPr>
            </a:lvl5pPr>
            <a:lvl6pPr marL="2514600" indent="-228600" algn="r"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6pPr>
            <a:lvl7pPr marL="2971800" indent="-228600" algn="r"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7pPr>
            <a:lvl8pPr marL="3429000" indent="-228600" algn="r"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8pPr>
            <a:lvl9pPr marL="3886200" indent="-228600" algn="r"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9pPr>
          </a:lstStyle>
          <a:p>
            <a:pPr algn="ctr" eaLnBrk="1" hangingPunct="1"/>
            <a:r>
              <a:rPr lang="en-US" sz="1400" b="0">
                <a:solidFill>
                  <a:srgbClr val="000000"/>
                </a:solidFill>
                <a:latin typeface="Helv"/>
              </a:rPr>
              <a:t>© IBM Corporation. All rights reserved.</a:t>
            </a:r>
            <a:endParaRPr lang="en-US" sz="1400" b="0">
              <a:solidFill>
                <a:srgbClr val="000000"/>
              </a:solidFill>
              <a:latin typeface="Helv"/>
            </a:endParaRPr>
          </a:p>
        </p:txBody>
      </p:sp>
      <p:grpSp>
        <p:nvGrpSpPr>
          <p:cNvPr id="5" name="Group 4"/>
          <p:cNvGrpSpPr/>
          <p:nvPr userDrawn="1"/>
        </p:nvGrpSpPr>
        <p:grpSpPr>
          <a:xfrm>
            <a:off x="11094856" y="6244940"/>
            <a:ext cx="1098532" cy="613059"/>
            <a:chOff x="8965342" y="4231217"/>
            <a:chExt cx="1608171" cy="897474"/>
          </a:xfrm>
        </p:grpSpPr>
        <p:pic>
          <p:nvPicPr>
            <p:cNvPr id="6" name="Graphic 5"/>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321121" y="4418033"/>
              <a:ext cx="897474" cy="355817"/>
            </a:xfrm>
            <a:prstGeom prst="rect">
              <a:avLst/>
            </a:prstGeom>
          </p:spPr>
        </p:pic>
        <p:pic>
          <p:nvPicPr>
            <p:cNvPr id="11" name="Graphic 10" hidden="1"/>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9321121" y="4772874"/>
              <a:ext cx="897474" cy="355817"/>
            </a:xfrm>
            <a:prstGeom prst="rect">
              <a:avLst/>
            </a:prstGeom>
          </p:spPr>
        </p:pic>
        <p:pic>
          <p:nvPicPr>
            <p:cNvPr id="12" name="Graphic 11" hidden="1"/>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rot="16200000">
              <a:off x="9946868" y="4502045"/>
              <a:ext cx="897474" cy="355817"/>
            </a:xfrm>
            <a:prstGeom prst="rect">
              <a:avLst/>
            </a:prstGeom>
          </p:spPr>
        </p:pic>
        <p:pic>
          <p:nvPicPr>
            <p:cNvPr id="13" name="Graphic 12" hidden="1"/>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rot="16200000">
              <a:off x="8694514" y="4502045"/>
              <a:ext cx="897474" cy="355817"/>
            </a:xfrm>
            <a:prstGeom prst="rect">
              <a:avLst/>
            </a:prstGeom>
          </p:spPr>
        </p:pic>
      </p:grpSp>
      <p:pic>
        <p:nvPicPr>
          <p:cNvPr id="14" name="Graphic 13"/>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241053" y="6372101"/>
            <a:ext cx="1630680" cy="247650"/>
          </a:xfrm>
          <a:prstGeom prst="rect">
            <a:avLst/>
          </a:prstGeom>
        </p:spPr>
      </p:pic>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525252"/>
                </a:solidFill>
              </a:defRPr>
            </a:lvl1pPr>
          </a:lstStyle>
          <a:p>
            <a:r>
              <a:rPr lang="en-US"/>
              <a:t>Click to edit Master title style</a:t>
            </a:r>
            <a:endParaRPr lang="en-US" dirty="0"/>
          </a:p>
        </p:txBody>
      </p:sp>
      <p:sp>
        <p:nvSpPr>
          <p:cNvPr id="3" name="Content Placeholder 2"/>
          <p:cNvSpPr>
            <a:spLocks noGrp="1"/>
          </p:cNvSpPr>
          <p:nvPr>
            <p:ph idx="1"/>
          </p:nvPr>
        </p:nvSpPr>
        <p:spPr>
          <a:xfrm>
            <a:off x="838200" y="1600199"/>
            <a:ext cx="10744200" cy="4572000"/>
          </a:xfrm>
        </p:spPr>
        <p:txBody>
          <a:bodyPr/>
          <a:lstStyle>
            <a:lvl1pPr>
              <a:defRPr>
                <a:solidFill>
                  <a:srgbClr val="262626"/>
                </a:solidFill>
              </a:defRPr>
            </a:lvl1pPr>
            <a:lvl2pPr>
              <a:defRPr>
                <a:solidFill>
                  <a:srgbClr val="262626"/>
                </a:solidFill>
              </a:defRPr>
            </a:lvl2pPr>
            <a:lvl3pPr>
              <a:defRPr>
                <a:solidFill>
                  <a:srgbClr val="262626"/>
                </a:solidFill>
              </a:defRPr>
            </a:lvl3pPr>
            <a:lvl4pPr>
              <a:defRPr>
                <a:solidFill>
                  <a:srgbClr val="262626"/>
                </a:solidFill>
              </a:defRPr>
            </a:lvl4pPr>
            <a:lvl5pPr>
              <a:defRPr>
                <a:solidFill>
                  <a:srgbClr val="262626"/>
                </a:solidFill>
              </a:defRPr>
            </a:lvl5pPr>
          </a:lstStyle>
          <a:p>
            <a:pPr lvl="0"/>
            <a:r>
              <a:rPr lang="en-US"/>
              <a:t>Click to edit Master text styles</a:t>
            </a:r>
            <a:endParaRPr lang="en-US"/>
          </a:p>
          <a:p>
            <a:pPr lvl="1"/>
            <a:r>
              <a:rPr lang="en-US"/>
              <a:t>Second level</a:t>
            </a:r>
            <a:endParaRPr lang="en-US"/>
          </a:p>
          <a:p>
            <a:pPr lvl="2"/>
            <a:r>
              <a:rPr lang="en-US"/>
              <a:t>Third level</a:t>
            </a:r>
            <a:endParaRPr lang="en-US"/>
          </a:p>
        </p:txBody>
      </p:sp>
      <p:cxnSp>
        <p:nvCxnSpPr>
          <p:cNvPr id="7" name="Straight Connector 6"/>
          <p:cNvCxnSpPr/>
          <p:nvPr/>
        </p:nvCxnSpPr>
        <p:spPr>
          <a:xfrm>
            <a:off x="838200" y="1296645"/>
            <a:ext cx="10515600" cy="368"/>
          </a:xfrm>
          <a:prstGeom prst="line">
            <a:avLst/>
          </a:prstGeom>
          <a:ln>
            <a:solidFill>
              <a:srgbClr val="6C4DEA"/>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i="0">
                <a:solidFill>
                  <a:srgbClr val="525252"/>
                </a:solidFill>
                <a:latin typeface="IBM Plex Sans SemiBold" panose="020B0503050203000203" pitchFamily="34" charset="0"/>
              </a:defRPr>
            </a:lvl1pPr>
          </a:lstStyle>
          <a:p>
            <a:r>
              <a:rPr lang="en-US"/>
              <a:t>Click to edit Master title style</a:t>
            </a:r>
            <a:endParaRPr lang="en-US" dirty="0"/>
          </a:p>
        </p:txBody>
      </p:sp>
      <p:sp>
        <p:nvSpPr>
          <p:cNvPr id="3" name="Content Placeholder 2"/>
          <p:cNvSpPr>
            <a:spLocks noGrp="1"/>
          </p:cNvSpPr>
          <p:nvPr>
            <p:ph sz="half" idx="1"/>
          </p:nvPr>
        </p:nvSpPr>
        <p:spPr>
          <a:xfrm>
            <a:off x="838200" y="1600200"/>
            <a:ext cx="5181600" cy="4572000"/>
          </a:xfrm>
        </p:spPr>
        <p:txBody>
          <a:bodyPr/>
          <a:lstStyle>
            <a:lvl1pPr>
              <a:defRPr>
                <a:solidFill>
                  <a:srgbClr val="262626"/>
                </a:solidFill>
              </a:defRPr>
            </a:lvl1pPr>
            <a:lvl2pPr>
              <a:defRPr>
                <a:solidFill>
                  <a:srgbClr val="262626"/>
                </a:solidFill>
              </a:defRPr>
            </a:lvl2pPr>
            <a:lvl3pPr>
              <a:defRPr>
                <a:solidFill>
                  <a:srgbClr val="262626"/>
                </a:solidFill>
              </a:defRPr>
            </a:lvl3pPr>
            <a:lvl4pPr>
              <a:defRPr>
                <a:solidFill>
                  <a:srgbClr val="525252"/>
                </a:solidFill>
              </a:defRPr>
            </a:lvl4pPr>
            <a:lvl5pPr>
              <a:defRPr>
                <a:solidFill>
                  <a:srgbClr val="525252"/>
                </a:solidFill>
              </a:defRPr>
            </a:lvl5pPr>
          </a:lstStyle>
          <a:p>
            <a:pPr lvl="0"/>
            <a:r>
              <a:rPr lang="en-US"/>
              <a:t>Click to edit Master text styles</a:t>
            </a:r>
            <a:endParaRPr lang="en-US"/>
          </a:p>
          <a:p>
            <a:pPr lvl="1"/>
            <a:r>
              <a:rPr lang="en-US"/>
              <a:t>Second level</a:t>
            </a:r>
            <a:endParaRPr lang="en-US"/>
          </a:p>
          <a:p>
            <a:pPr lvl="2"/>
            <a:r>
              <a:rPr lang="en-US"/>
              <a:t>Third level</a:t>
            </a:r>
            <a:endParaRPr lang="en-US"/>
          </a:p>
        </p:txBody>
      </p:sp>
      <p:sp>
        <p:nvSpPr>
          <p:cNvPr id="4" name="Content Placeholder 3"/>
          <p:cNvSpPr>
            <a:spLocks noGrp="1"/>
          </p:cNvSpPr>
          <p:nvPr>
            <p:ph sz="half" idx="2"/>
          </p:nvPr>
        </p:nvSpPr>
        <p:spPr>
          <a:xfrm>
            <a:off x="6172200" y="1600200"/>
            <a:ext cx="5181600" cy="4572000"/>
          </a:xfrm>
        </p:spPr>
        <p:txBody>
          <a:bodyPr/>
          <a:lstStyle>
            <a:lvl1pPr>
              <a:defRPr>
                <a:solidFill>
                  <a:srgbClr val="262626"/>
                </a:solidFill>
              </a:defRPr>
            </a:lvl1pPr>
            <a:lvl2pPr>
              <a:defRPr>
                <a:solidFill>
                  <a:srgbClr val="262626"/>
                </a:solidFill>
              </a:defRPr>
            </a:lvl2pPr>
            <a:lvl3pPr>
              <a:defRPr>
                <a:solidFill>
                  <a:srgbClr val="262626"/>
                </a:solidFill>
              </a:defRPr>
            </a:lvl3pPr>
            <a:lvl4pPr>
              <a:defRPr>
                <a:solidFill>
                  <a:srgbClr val="525252"/>
                </a:solidFill>
              </a:defRPr>
            </a:lvl4pPr>
            <a:lvl5pPr>
              <a:defRPr>
                <a:solidFill>
                  <a:srgbClr val="525252"/>
                </a:solidFill>
              </a:defRPr>
            </a:lvl5pPr>
          </a:lstStyle>
          <a:p>
            <a:pPr lvl="0"/>
            <a:r>
              <a:rPr lang="en-US"/>
              <a:t>Click to edit Master text styles</a:t>
            </a:r>
            <a:endParaRPr lang="en-US"/>
          </a:p>
          <a:p>
            <a:pPr lvl="1"/>
            <a:r>
              <a:rPr lang="en-US"/>
              <a:t>Second level</a:t>
            </a:r>
            <a:endParaRPr lang="en-US"/>
          </a:p>
          <a:p>
            <a:pPr lvl="2"/>
            <a:r>
              <a:rPr lang="en-US"/>
              <a:t>Third level</a:t>
            </a:r>
            <a:endParaRPr lang="en-US"/>
          </a:p>
        </p:txBody>
      </p:sp>
      <p:cxnSp>
        <p:nvCxnSpPr>
          <p:cNvPr id="8" name="Straight Connector 7"/>
          <p:cNvCxnSpPr/>
          <p:nvPr/>
        </p:nvCxnSpPr>
        <p:spPr>
          <a:xfrm>
            <a:off x="838200" y="1364249"/>
            <a:ext cx="10515600" cy="368"/>
          </a:xfrm>
          <a:prstGeom prst="line">
            <a:avLst/>
          </a:prstGeom>
          <a:ln>
            <a:solidFill>
              <a:srgbClr val="6C4DEA"/>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9" name="Title 1"/>
          <p:cNvSpPr>
            <a:spLocks noGrp="1"/>
          </p:cNvSpPr>
          <p:nvPr>
            <p:ph type="ctrTitle"/>
          </p:nvPr>
        </p:nvSpPr>
        <p:spPr>
          <a:xfrm>
            <a:off x="1524000" y="1122363"/>
            <a:ext cx="9144000" cy="2387600"/>
          </a:xfrm>
        </p:spPr>
        <p:txBody>
          <a:bodyPr anchor="b">
            <a:normAutofit/>
          </a:bodyPr>
          <a:lstStyle>
            <a:lvl1pPr algn="ctr">
              <a:defRPr sz="4800" b="1" i="0">
                <a:solidFill>
                  <a:srgbClr val="525252"/>
                </a:solidFill>
                <a:latin typeface="IBM Plex Sans SemiBold" panose="020B0503050203000203" pitchFamily="34" charset="0"/>
                <a:ea typeface="IBM Plex Sans SemiBold" panose="020B0503050203000203" pitchFamily="34" charset="0"/>
                <a:cs typeface="IBM Plex Sans SemiBold" panose="020B0503050203000203" pitchFamily="34" charset="0"/>
              </a:defRPr>
            </a:lvl1pPr>
          </a:lstStyle>
          <a:p>
            <a:r>
              <a:rPr lang="en-US"/>
              <a:t>Click to edit Master title style</a:t>
            </a:r>
            <a:endParaRPr lang="en-US"/>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showMasterSp="0">
  <p:cSld name="2_Blank">
    <p:bg>
      <p:bgPr>
        <a:solidFill>
          <a:schemeClr val="bg2"/>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showMasterSp="0">
  <p:cSld name="Title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13873" y="1168401"/>
            <a:ext cx="10964254" cy="2387600"/>
          </a:xfrm>
          <a:solidFill>
            <a:schemeClr val="bg2"/>
          </a:solidFill>
        </p:spPr>
        <p:txBody>
          <a:bodyPr anchor="b">
            <a:normAutofit/>
          </a:bodyPr>
          <a:lstStyle>
            <a:lvl1pPr algn="ctr">
              <a:defRPr sz="4800" b="0" i="0">
                <a:solidFill>
                  <a:srgbClr val="525252"/>
                </a:solidFill>
                <a:latin typeface="IBM Plex Sans SemiBold" panose="020B0503050203000203" pitchFamily="34" charset="0"/>
                <a:ea typeface="IBM Plex Sans SemiBold" panose="020B0503050203000203" pitchFamily="34" charset="0"/>
                <a:cs typeface="IBM Plex Sans SemiBold" panose="020B0503050203000203" pitchFamily="34" charset="0"/>
              </a:defRPr>
            </a:lvl1pPr>
          </a:lstStyle>
          <a:p>
            <a:r>
              <a:rPr lang="en-US"/>
              <a:t>Click to edit Master title style</a:t>
            </a:r>
            <a:endParaRPr lang="en-US" dirty="0"/>
          </a:p>
        </p:txBody>
      </p:sp>
      <p:sp>
        <p:nvSpPr>
          <p:cNvPr id="3" name="Subtitle 2"/>
          <p:cNvSpPr>
            <a:spLocks noGrp="1"/>
          </p:cNvSpPr>
          <p:nvPr>
            <p:ph type="subTitle" idx="1"/>
          </p:nvPr>
        </p:nvSpPr>
        <p:spPr>
          <a:xfrm>
            <a:off x="1528273" y="3731247"/>
            <a:ext cx="9135454" cy="1655762"/>
          </a:xfrm>
        </p:spPr>
        <p:txBody>
          <a:bodyPr>
            <a:normAutofit/>
          </a:bodyPr>
          <a:lstStyle>
            <a:lvl1pPr marL="0" indent="0" algn="ctr">
              <a:buNone/>
              <a:defRPr sz="2400" b="0" i="0">
                <a:solidFill>
                  <a:srgbClr val="525252"/>
                </a:solidFill>
                <a:latin typeface="IBM Plex Sans" panose="020B0503050203000203"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cxnSp>
        <p:nvCxnSpPr>
          <p:cNvPr id="8" name="Straight Connector 7"/>
          <p:cNvCxnSpPr/>
          <p:nvPr/>
        </p:nvCxnSpPr>
        <p:spPr>
          <a:xfrm>
            <a:off x="2880360" y="3649111"/>
            <a:ext cx="6431280" cy="0"/>
          </a:xfrm>
          <a:prstGeom prst="line">
            <a:avLst/>
          </a:prstGeom>
          <a:ln>
            <a:solidFill>
              <a:srgbClr val="6C4DEA"/>
            </a:solidFill>
          </a:ln>
        </p:spPr>
        <p:style>
          <a:lnRef idx="1">
            <a:schemeClr val="accent1"/>
          </a:lnRef>
          <a:fillRef idx="0">
            <a:schemeClr val="accent1"/>
          </a:fillRef>
          <a:effectRef idx="0">
            <a:schemeClr val="accent1"/>
          </a:effectRef>
          <a:fontRef idx="minor">
            <a:schemeClr val="tx1"/>
          </a:fontRef>
        </p:style>
      </p:cxnSp>
      <p:sp>
        <p:nvSpPr>
          <p:cNvPr id="9" name="Rectangle 8"/>
          <p:cNvSpPr>
            <a:spLocks noChangeArrowheads="1"/>
          </p:cNvSpPr>
          <p:nvPr/>
        </p:nvSpPr>
        <p:spPr bwMode="black">
          <a:xfrm>
            <a:off x="4093580" y="5537419"/>
            <a:ext cx="4004840" cy="304359"/>
          </a:xfrm>
          <a:prstGeom prst="rect">
            <a:avLst/>
          </a:prstGeom>
          <a:noFill/>
          <a:ln w="9525">
            <a:noFill/>
            <a:miter lim="800000"/>
          </a:ln>
        </p:spPr>
        <p:txBody>
          <a:bodyPr lIns="92075" tIns="46038" rIns="92075" bIns="46038"/>
          <a:lstStyle>
            <a:lvl1pPr eaLnBrk="0" hangingPunct="0">
              <a:defRPr b="1">
                <a:solidFill>
                  <a:schemeClr val="tx1"/>
                </a:solidFill>
                <a:latin typeface="Arial" panose="020B0604020202020204" pitchFamily="34" charset="0"/>
                <a:cs typeface="Arial" panose="020B0604020202020204" pitchFamily="34" charset="0"/>
              </a:defRPr>
            </a:lvl1pPr>
            <a:lvl2pPr marL="742950" indent="-285750" eaLnBrk="0" hangingPunct="0">
              <a:defRPr b="1">
                <a:solidFill>
                  <a:schemeClr val="tx1"/>
                </a:solidFill>
                <a:latin typeface="Arial" panose="020B0604020202020204" pitchFamily="34" charset="0"/>
                <a:cs typeface="Arial" panose="020B0604020202020204" pitchFamily="34" charset="0"/>
              </a:defRPr>
            </a:lvl2pPr>
            <a:lvl3pPr marL="1143000" indent="-228600" eaLnBrk="0" hangingPunct="0">
              <a:defRPr b="1">
                <a:solidFill>
                  <a:schemeClr val="tx1"/>
                </a:solidFill>
                <a:latin typeface="Arial" panose="020B0604020202020204" pitchFamily="34" charset="0"/>
                <a:cs typeface="Arial" panose="020B0604020202020204" pitchFamily="34" charset="0"/>
              </a:defRPr>
            </a:lvl3pPr>
            <a:lvl4pPr marL="1600200" indent="-228600" eaLnBrk="0" hangingPunct="0">
              <a:defRPr b="1">
                <a:solidFill>
                  <a:schemeClr val="tx1"/>
                </a:solidFill>
                <a:latin typeface="Arial" panose="020B0604020202020204" pitchFamily="34" charset="0"/>
                <a:cs typeface="Arial" panose="020B0604020202020204" pitchFamily="34" charset="0"/>
              </a:defRPr>
            </a:lvl4pPr>
            <a:lvl5pPr marL="2057400" indent="-228600" eaLnBrk="0" hangingPunct="0">
              <a:defRPr b="1">
                <a:solidFill>
                  <a:schemeClr val="tx1"/>
                </a:solidFill>
                <a:latin typeface="Arial" panose="020B0604020202020204" pitchFamily="34" charset="0"/>
                <a:cs typeface="Arial" panose="020B0604020202020204" pitchFamily="34" charset="0"/>
              </a:defRPr>
            </a:lvl5pPr>
            <a:lvl6pPr marL="2514600" indent="-228600" algn="r"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6pPr>
            <a:lvl7pPr marL="2971800" indent="-228600" algn="r"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7pPr>
            <a:lvl8pPr marL="3429000" indent="-228600" algn="r"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8pPr>
            <a:lvl9pPr marL="3886200" indent="-228600" algn="r"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9pPr>
          </a:lstStyle>
          <a:p>
            <a:pPr algn="ctr" eaLnBrk="1" hangingPunct="1"/>
            <a:r>
              <a:rPr lang="en-US" sz="1400" b="0">
                <a:solidFill>
                  <a:srgbClr val="000000"/>
                </a:solidFill>
                <a:latin typeface="Helv"/>
              </a:rPr>
              <a:t>© IBM Corporation. All rights reserved.</a:t>
            </a:r>
            <a:endParaRPr lang="en-US" sz="1400" b="0">
              <a:solidFill>
                <a:srgbClr val="000000"/>
              </a:solidFill>
              <a:latin typeface="Helv"/>
            </a:endParaRPr>
          </a:p>
        </p:txBody>
      </p:sp>
      <p:grpSp>
        <p:nvGrpSpPr>
          <p:cNvPr id="5" name="Group 4"/>
          <p:cNvGrpSpPr/>
          <p:nvPr userDrawn="1"/>
        </p:nvGrpSpPr>
        <p:grpSpPr>
          <a:xfrm>
            <a:off x="11094856" y="6244940"/>
            <a:ext cx="1098532" cy="613059"/>
            <a:chOff x="8965342" y="4231217"/>
            <a:chExt cx="1608171" cy="897474"/>
          </a:xfrm>
        </p:grpSpPr>
        <p:pic>
          <p:nvPicPr>
            <p:cNvPr id="6" name="Graphic 5"/>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321121" y="4418033"/>
              <a:ext cx="897474" cy="355817"/>
            </a:xfrm>
            <a:prstGeom prst="rect">
              <a:avLst/>
            </a:prstGeom>
          </p:spPr>
        </p:pic>
        <p:pic>
          <p:nvPicPr>
            <p:cNvPr id="11" name="Graphic 10" hidden="1"/>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9321121" y="4772874"/>
              <a:ext cx="897474" cy="355817"/>
            </a:xfrm>
            <a:prstGeom prst="rect">
              <a:avLst/>
            </a:prstGeom>
          </p:spPr>
        </p:pic>
        <p:pic>
          <p:nvPicPr>
            <p:cNvPr id="12" name="Graphic 11" hidden="1"/>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rot="16200000">
              <a:off x="9946868" y="4502045"/>
              <a:ext cx="897474" cy="355817"/>
            </a:xfrm>
            <a:prstGeom prst="rect">
              <a:avLst/>
            </a:prstGeom>
          </p:spPr>
        </p:pic>
        <p:pic>
          <p:nvPicPr>
            <p:cNvPr id="13" name="Graphic 12" hidden="1"/>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rot="16200000">
              <a:off x="8694514" y="4502045"/>
              <a:ext cx="897474" cy="355817"/>
            </a:xfrm>
            <a:prstGeom prst="rect">
              <a:avLst/>
            </a:prstGeom>
          </p:spPr>
        </p:pic>
      </p:grpSp>
      <p:pic>
        <p:nvPicPr>
          <p:cNvPr id="14" name="Graphic 13"/>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241053" y="6372101"/>
            <a:ext cx="1630680" cy="247650"/>
          </a:xfrm>
          <a:prstGeom prst="rect">
            <a:avLst/>
          </a:prstGeom>
        </p:spPr>
      </p:pic>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525252"/>
                </a:solidFill>
              </a:defRPr>
            </a:lvl1pPr>
          </a:lstStyle>
          <a:p>
            <a:r>
              <a:rPr lang="en-US"/>
              <a:t>Click to edit Master title style</a:t>
            </a:r>
            <a:endParaRPr lang="en-US" dirty="0"/>
          </a:p>
        </p:txBody>
      </p:sp>
      <p:sp>
        <p:nvSpPr>
          <p:cNvPr id="3" name="Content Placeholder 2"/>
          <p:cNvSpPr>
            <a:spLocks noGrp="1"/>
          </p:cNvSpPr>
          <p:nvPr>
            <p:ph idx="1"/>
          </p:nvPr>
        </p:nvSpPr>
        <p:spPr>
          <a:xfrm>
            <a:off x="838200" y="1600199"/>
            <a:ext cx="10744200" cy="4572000"/>
          </a:xfrm>
        </p:spPr>
        <p:txBody>
          <a:bodyPr/>
          <a:lstStyle>
            <a:lvl1pPr>
              <a:defRPr>
                <a:solidFill>
                  <a:srgbClr val="262626"/>
                </a:solidFill>
              </a:defRPr>
            </a:lvl1pPr>
            <a:lvl2pPr>
              <a:defRPr>
                <a:solidFill>
                  <a:srgbClr val="262626"/>
                </a:solidFill>
              </a:defRPr>
            </a:lvl2pPr>
            <a:lvl3pPr>
              <a:defRPr>
                <a:solidFill>
                  <a:srgbClr val="262626"/>
                </a:solidFill>
              </a:defRPr>
            </a:lvl3pPr>
            <a:lvl4pPr>
              <a:defRPr>
                <a:solidFill>
                  <a:srgbClr val="262626"/>
                </a:solidFill>
              </a:defRPr>
            </a:lvl4pPr>
            <a:lvl5pPr>
              <a:defRPr>
                <a:solidFill>
                  <a:srgbClr val="262626"/>
                </a:solidFill>
              </a:defRPr>
            </a:lvl5pPr>
          </a:lstStyle>
          <a:p>
            <a:pPr lvl="0"/>
            <a:r>
              <a:rPr lang="en-US"/>
              <a:t>Click to edit Master text styles</a:t>
            </a:r>
            <a:endParaRPr lang="en-US"/>
          </a:p>
          <a:p>
            <a:pPr lvl="1"/>
            <a:r>
              <a:rPr lang="en-US"/>
              <a:t>Second level</a:t>
            </a:r>
            <a:endParaRPr lang="en-US"/>
          </a:p>
          <a:p>
            <a:pPr lvl="2"/>
            <a:r>
              <a:rPr lang="en-US"/>
              <a:t>Third level</a:t>
            </a:r>
            <a:endParaRPr lang="en-US"/>
          </a:p>
        </p:txBody>
      </p:sp>
      <p:cxnSp>
        <p:nvCxnSpPr>
          <p:cNvPr id="7" name="Straight Connector 6"/>
          <p:cNvCxnSpPr/>
          <p:nvPr/>
        </p:nvCxnSpPr>
        <p:spPr>
          <a:xfrm>
            <a:off x="838200" y="1296645"/>
            <a:ext cx="10515600" cy="368"/>
          </a:xfrm>
          <a:prstGeom prst="line">
            <a:avLst/>
          </a:prstGeom>
          <a:ln>
            <a:solidFill>
              <a:srgbClr val="6C4DEA"/>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i="0">
                <a:solidFill>
                  <a:srgbClr val="525252"/>
                </a:solidFill>
                <a:latin typeface="IBM Plex Sans SemiBold" panose="020B0503050203000203" pitchFamily="34" charset="0"/>
              </a:defRPr>
            </a:lvl1pPr>
          </a:lstStyle>
          <a:p>
            <a:r>
              <a:rPr lang="en-US"/>
              <a:t>Click to edit Master title style</a:t>
            </a:r>
            <a:endParaRPr lang="en-US" dirty="0"/>
          </a:p>
        </p:txBody>
      </p:sp>
      <p:sp>
        <p:nvSpPr>
          <p:cNvPr id="3" name="Content Placeholder 2"/>
          <p:cNvSpPr>
            <a:spLocks noGrp="1"/>
          </p:cNvSpPr>
          <p:nvPr>
            <p:ph sz="half" idx="1"/>
          </p:nvPr>
        </p:nvSpPr>
        <p:spPr>
          <a:xfrm>
            <a:off x="838200" y="1600200"/>
            <a:ext cx="5181600" cy="4572000"/>
          </a:xfrm>
        </p:spPr>
        <p:txBody>
          <a:bodyPr/>
          <a:lstStyle>
            <a:lvl1pPr>
              <a:defRPr>
                <a:solidFill>
                  <a:srgbClr val="262626"/>
                </a:solidFill>
              </a:defRPr>
            </a:lvl1pPr>
            <a:lvl2pPr>
              <a:defRPr>
                <a:solidFill>
                  <a:srgbClr val="262626"/>
                </a:solidFill>
              </a:defRPr>
            </a:lvl2pPr>
            <a:lvl3pPr>
              <a:defRPr>
                <a:solidFill>
                  <a:srgbClr val="262626"/>
                </a:solidFill>
              </a:defRPr>
            </a:lvl3pPr>
            <a:lvl4pPr>
              <a:defRPr>
                <a:solidFill>
                  <a:srgbClr val="525252"/>
                </a:solidFill>
              </a:defRPr>
            </a:lvl4pPr>
            <a:lvl5pPr>
              <a:defRPr>
                <a:solidFill>
                  <a:srgbClr val="525252"/>
                </a:solidFill>
              </a:defRPr>
            </a:lvl5pPr>
          </a:lstStyle>
          <a:p>
            <a:pPr lvl="0"/>
            <a:r>
              <a:rPr lang="en-US"/>
              <a:t>Click to edit Master text styles</a:t>
            </a:r>
            <a:endParaRPr lang="en-US"/>
          </a:p>
          <a:p>
            <a:pPr lvl="1"/>
            <a:r>
              <a:rPr lang="en-US"/>
              <a:t>Second level</a:t>
            </a:r>
            <a:endParaRPr lang="en-US"/>
          </a:p>
          <a:p>
            <a:pPr lvl="2"/>
            <a:r>
              <a:rPr lang="en-US"/>
              <a:t>Third level</a:t>
            </a:r>
            <a:endParaRPr lang="en-US"/>
          </a:p>
        </p:txBody>
      </p:sp>
      <p:sp>
        <p:nvSpPr>
          <p:cNvPr id="4" name="Content Placeholder 3"/>
          <p:cNvSpPr>
            <a:spLocks noGrp="1"/>
          </p:cNvSpPr>
          <p:nvPr>
            <p:ph sz="half" idx="2"/>
          </p:nvPr>
        </p:nvSpPr>
        <p:spPr>
          <a:xfrm>
            <a:off x="6172200" y="1600200"/>
            <a:ext cx="5181600" cy="4572000"/>
          </a:xfrm>
        </p:spPr>
        <p:txBody>
          <a:bodyPr/>
          <a:lstStyle>
            <a:lvl1pPr>
              <a:defRPr>
                <a:solidFill>
                  <a:srgbClr val="262626"/>
                </a:solidFill>
              </a:defRPr>
            </a:lvl1pPr>
            <a:lvl2pPr>
              <a:defRPr>
                <a:solidFill>
                  <a:srgbClr val="262626"/>
                </a:solidFill>
              </a:defRPr>
            </a:lvl2pPr>
            <a:lvl3pPr>
              <a:defRPr>
                <a:solidFill>
                  <a:srgbClr val="262626"/>
                </a:solidFill>
              </a:defRPr>
            </a:lvl3pPr>
            <a:lvl4pPr>
              <a:defRPr>
                <a:solidFill>
                  <a:srgbClr val="525252"/>
                </a:solidFill>
              </a:defRPr>
            </a:lvl4pPr>
            <a:lvl5pPr>
              <a:defRPr>
                <a:solidFill>
                  <a:srgbClr val="525252"/>
                </a:solidFill>
              </a:defRPr>
            </a:lvl5pPr>
          </a:lstStyle>
          <a:p>
            <a:pPr lvl="0"/>
            <a:r>
              <a:rPr lang="en-US"/>
              <a:t>Click to edit Master text styles</a:t>
            </a:r>
            <a:endParaRPr lang="en-US"/>
          </a:p>
          <a:p>
            <a:pPr lvl="1"/>
            <a:r>
              <a:rPr lang="en-US"/>
              <a:t>Second level</a:t>
            </a:r>
            <a:endParaRPr lang="en-US"/>
          </a:p>
          <a:p>
            <a:pPr lvl="2"/>
            <a:r>
              <a:rPr lang="en-US"/>
              <a:t>Third level</a:t>
            </a:r>
            <a:endParaRPr lang="en-US"/>
          </a:p>
        </p:txBody>
      </p:sp>
      <p:cxnSp>
        <p:nvCxnSpPr>
          <p:cNvPr id="8" name="Straight Connector 7"/>
          <p:cNvCxnSpPr/>
          <p:nvPr/>
        </p:nvCxnSpPr>
        <p:spPr>
          <a:xfrm>
            <a:off x="838200" y="1364249"/>
            <a:ext cx="10515600" cy="368"/>
          </a:xfrm>
          <a:prstGeom prst="line">
            <a:avLst/>
          </a:prstGeom>
          <a:ln>
            <a:solidFill>
              <a:srgbClr val="6C4DEA"/>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9" name="Title 1"/>
          <p:cNvSpPr>
            <a:spLocks noGrp="1"/>
          </p:cNvSpPr>
          <p:nvPr>
            <p:ph type="ctrTitle"/>
          </p:nvPr>
        </p:nvSpPr>
        <p:spPr>
          <a:xfrm>
            <a:off x="1524000" y="1122363"/>
            <a:ext cx="9144000" cy="2387600"/>
          </a:xfrm>
        </p:spPr>
        <p:txBody>
          <a:bodyPr anchor="b">
            <a:normAutofit/>
          </a:bodyPr>
          <a:lstStyle>
            <a:lvl1pPr algn="ctr">
              <a:defRPr sz="4800" b="1" i="0">
                <a:solidFill>
                  <a:srgbClr val="525252"/>
                </a:solidFill>
                <a:latin typeface="IBM Plex Sans SemiBold" panose="020B0503050203000203" pitchFamily="34" charset="0"/>
                <a:ea typeface="IBM Plex Sans SemiBold" panose="020B0503050203000203" pitchFamily="34" charset="0"/>
                <a:cs typeface="IBM Plex Sans SemiBold" panose="020B0503050203000203" pitchFamily="34" charset="0"/>
              </a:defRPr>
            </a:lvl1pPr>
          </a:lstStyle>
          <a:p>
            <a:r>
              <a:rPr lang="en-US"/>
              <a:t>Click to edit Master title style</a:t>
            </a:r>
            <a:endParaRPr lang="en-US"/>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showMasterSp="0">
  <p:cSld name="2_Blank">
    <p:bg>
      <p:bgPr>
        <a:solidFill>
          <a:schemeClr val="bg2"/>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showMasterSp="0">
  <p:cSld name="Title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13873" y="1168401"/>
            <a:ext cx="10964254" cy="2387600"/>
          </a:xfrm>
          <a:solidFill>
            <a:schemeClr val="bg2"/>
          </a:solidFill>
        </p:spPr>
        <p:txBody>
          <a:bodyPr anchor="b">
            <a:normAutofit/>
          </a:bodyPr>
          <a:lstStyle>
            <a:lvl1pPr algn="ctr">
              <a:defRPr sz="4800" b="0" i="0">
                <a:solidFill>
                  <a:srgbClr val="525252"/>
                </a:solidFill>
                <a:latin typeface="IBM Plex Sans SemiBold" panose="020B0503050203000203" pitchFamily="34" charset="0"/>
                <a:ea typeface="IBM Plex Sans SemiBold" panose="020B0503050203000203" pitchFamily="34" charset="0"/>
                <a:cs typeface="IBM Plex Sans SemiBold" panose="020B0503050203000203" pitchFamily="34" charset="0"/>
              </a:defRPr>
            </a:lvl1pPr>
          </a:lstStyle>
          <a:p>
            <a:r>
              <a:rPr lang="en-US"/>
              <a:t>Click to edit Master title style</a:t>
            </a:r>
            <a:endParaRPr lang="en-US" dirty="0"/>
          </a:p>
        </p:txBody>
      </p:sp>
      <p:sp>
        <p:nvSpPr>
          <p:cNvPr id="3" name="Subtitle 2"/>
          <p:cNvSpPr>
            <a:spLocks noGrp="1"/>
          </p:cNvSpPr>
          <p:nvPr>
            <p:ph type="subTitle" idx="1"/>
          </p:nvPr>
        </p:nvSpPr>
        <p:spPr>
          <a:xfrm>
            <a:off x="1528273" y="3731247"/>
            <a:ext cx="9135454" cy="1655762"/>
          </a:xfrm>
        </p:spPr>
        <p:txBody>
          <a:bodyPr>
            <a:normAutofit/>
          </a:bodyPr>
          <a:lstStyle>
            <a:lvl1pPr marL="0" indent="0" algn="ctr">
              <a:buNone/>
              <a:defRPr sz="2400" b="0" i="0">
                <a:solidFill>
                  <a:srgbClr val="525252"/>
                </a:solidFill>
                <a:latin typeface="IBM Plex Sans" panose="020B0503050203000203"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cxnSp>
        <p:nvCxnSpPr>
          <p:cNvPr id="8" name="Straight Connector 7"/>
          <p:cNvCxnSpPr/>
          <p:nvPr/>
        </p:nvCxnSpPr>
        <p:spPr>
          <a:xfrm>
            <a:off x="2880360" y="3649111"/>
            <a:ext cx="6431280" cy="0"/>
          </a:xfrm>
          <a:prstGeom prst="line">
            <a:avLst/>
          </a:prstGeom>
          <a:ln>
            <a:solidFill>
              <a:srgbClr val="6C4DEA"/>
            </a:solidFill>
          </a:ln>
        </p:spPr>
        <p:style>
          <a:lnRef idx="1">
            <a:schemeClr val="accent1"/>
          </a:lnRef>
          <a:fillRef idx="0">
            <a:schemeClr val="accent1"/>
          </a:fillRef>
          <a:effectRef idx="0">
            <a:schemeClr val="accent1"/>
          </a:effectRef>
          <a:fontRef idx="minor">
            <a:schemeClr val="tx1"/>
          </a:fontRef>
        </p:style>
      </p:cxnSp>
      <p:sp>
        <p:nvSpPr>
          <p:cNvPr id="9" name="Rectangle 8"/>
          <p:cNvSpPr>
            <a:spLocks noChangeArrowheads="1"/>
          </p:cNvSpPr>
          <p:nvPr/>
        </p:nvSpPr>
        <p:spPr bwMode="black">
          <a:xfrm>
            <a:off x="4093580" y="5537419"/>
            <a:ext cx="4004840" cy="304359"/>
          </a:xfrm>
          <a:prstGeom prst="rect">
            <a:avLst/>
          </a:prstGeom>
          <a:noFill/>
          <a:ln w="9525">
            <a:noFill/>
            <a:miter lim="800000"/>
          </a:ln>
        </p:spPr>
        <p:txBody>
          <a:bodyPr lIns="92075" tIns="46038" rIns="92075" bIns="46038"/>
          <a:lstStyle>
            <a:lvl1pPr eaLnBrk="0" hangingPunct="0">
              <a:defRPr b="1">
                <a:solidFill>
                  <a:schemeClr val="tx1"/>
                </a:solidFill>
                <a:latin typeface="Arial" panose="020B0604020202020204" pitchFamily="34" charset="0"/>
                <a:cs typeface="Arial" panose="020B0604020202020204" pitchFamily="34" charset="0"/>
              </a:defRPr>
            </a:lvl1pPr>
            <a:lvl2pPr marL="742950" indent="-285750" eaLnBrk="0" hangingPunct="0">
              <a:defRPr b="1">
                <a:solidFill>
                  <a:schemeClr val="tx1"/>
                </a:solidFill>
                <a:latin typeface="Arial" panose="020B0604020202020204" pitchFamily="34" charset="0"/>
                <a:cs typeface="Arial" panose="020B0604020202020204" pitchFamily="34" charset="0"/>
              </a:defRPr>
            </a:lvl2pPr>
            <a:lvl3pPr marL="1143000" indent="-228600" eaLnBrk="0" hangingPunct="0">
              <a:defRPr b="1">
                <a:solidFill>
                  <a:schemeClr val="tx1"/>
                </a:solidFill>
                <a:latin typeface="Arial" panose="020B0604020202020204" pitchFamily="34" charset="0"/>
                <a:cs typeface="Arial" panose="020B0604020202020204" pitchFamily="34" charset="0"/>
              </a:defRPr>
            </a:lvl3pPr>
            <a:lvl4pPr marL="1600200" indent="-228600" eaLnBrk="0" hangingPunct="0">
              <a:defRPr b="1">
                <a:solidFill>
                  <a:schemeClr val="tx1"/>
                </a:solidFill>
                <a:latin typeface="Arial" panose="020B0604020202020204" pitchFamily="34" charset="0"/>
                <a:cs typeface="Arial" panose="020B0604020202020204" pitchFamily="34" charset="0"/>
              </a:defRPr>
            </a:lvl4pPr>
            <a:lvl5pPr marL="2057400" indent="-228600" eaLnBrk="0" hangingPunct="0">
              <a:defRPr b="1">
                <a:solidFill>
                  <a:schemeClr val="tx1"/>
                </a:solidFill>
                <a:latin typeface="Arial" panose="020B0604020202020204" pitchFamily="34" charset="0"/>
                <a:cs typeface="Arial" panose="020B0604020202020204" pitchFamily="34" charset="0"/>
              </a:defRPr>
            </a:lvl5pPr>
            <a:lvl6pPr marL="2514600" indent="-228600" algn="r"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6pPr>
            <a:lvl7pPr marL="2971800" indent="-228600" algn="r"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7pPr>
            <a:lvl8pPr marL="3429000" indent="-228600" algn="r"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8pPr>
            <a:lvl9pPr marL="3886200" indent="-228600" algn="r"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9pPr>
          </a:lstStyle>
          <a:p>
            <a:pPr algn="ctr" eaLnBrk="1" hangingPunct="1"/>
            <a:r>
              <a:rPr lang="en-US" sz="1400" b="0">
                <a:solidFill>
                  <a:srgbClr val="000000"/>
                </a:solidFill>
                <a:latin typeface="Helv"/>
              </a:rPr>
              <a:t>© IBM Corporation. All rights reserved.</a:t>
            </a:r>
            <a:endParaRPr lang="en-US" sz="1400" b="0">
              <a:solidFill>
                <a:srgbClr val="000000"/>
              </a:solidFill>
              <a:latin typeface="Helv"/>
            </a:endParaRPr>
          </a:p>
        </p:txBody>
      </p:sp>
      <p:grpSp>
        <p:nvGrpSpPr>
          <p:cNvPr id="5" name="Group 4"/>
          <p:cNvGrpSpPr/>
          <p:nvPr userDrawn="1"/>
        </p:nvGrpSpPr>
        <p:grpSpPr>
          <a:xfrm>
            <a:off x="11094856" y="6244940"/>
            <a:ext cx="1098532" cy="613059"/>
            <a:chOff x="8965342" y="4231217"/>
            <a:chExt cx="1608171" cy="897474"/>
          </a:xfrm>
        </p:grpSpPr>
        <p:pic>
          <p:nvPicPr>
            <p:cNvPr id="6" name="Graphic 5"/>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321121" y="4418033"/>
              <a:ext cx="897474" cy="355817"/>
            </a:xfrm>
            <a:prstGeom prst="rect">
              <a:avLst/>
            </a:prstGeom>
          </p:spPr>
        </p:pic>
        <p:pic>
          <p:nvPicPr>
            <p:cNvPr id="11" name="Graphic 10" hidden="1"/>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9321121" y="4772874"/>
              <a:ext cx="897474" cy="355817"/>
            </a:xfrm>
            <a:prstGeom prst="rect">
              <a:avLst/>
            </a:prstGeom>
          </p:spPr>
        </p:pic>
        <p:pic>
          <p:nvPicPr>
            <p:cNvPr id="12" name="Graphic 11" hidden="1"/>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rot="16200000">
              <a:off x="9946868" y="4502045"/>
              <a:ext cx="897474" cy="355817"/>
            </a:xfrm>
            <a:prstGeom prst="rect">
              <a:avLst/>
            </a:prstGeom>
          </p:spPr>
        </p:pic>
        <p:pic>
          <p:nvPicPr>
            <p:cNvPr id="13" name="Graphic 12" hidden="1"/>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rot="16200000">
              <a:off x="8694514" y="4502045"/>
              <a:ext cx="897474" cy="355817"/>
            </a:xfrm>
            <a:prstGeom prst="rect">
              <a:avLst/>
            </a:prstGeom>
          </p:spPr>
        </p:pic>
      </p:grpSp>
      <p:pic>
        <p:nvPicPr>
          <p:cNvPr id="14" name="Graphic 13"/>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241053" y="6372101"/>
            <a:ext cx="1630680" cy="247650"/>
          </a:xfrm>
          <a:prstGeom prst="rect">
            <a:avLst/>
          </a:prstGeom>
        </p:spPr>
      </p:pic>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525252"/>
                </a:solidFill>
              </a:defRPr>
            </a:lvl1pPr>
          </a:lstStyle>
          <a:p>
            <a:r>
              <a:rPr lang="en-US"/>
              <a:t>Click to edit Master title style</a:t>
            </a:r>
            <a:endParaRPr lang="en-US" dirty="0"/>
          </a:p>
        </p:txBody>
      </p:sp>
      <p:sp>
        <p:nvSpPr>
          <p:cNvPr id="3" name="Content Placeholder 2"/>
          <p:cNvSpPr>
            <a:spLocks noGrp="1"/>
          </p:cNvSpPr>
          <p:nvPr>
            <p:ph idx="1"/>
          </p:nvPr>
        </p:nvSpPr>
        <p:spPr>
          <a:xfrm>
            <a:off x="838200" y="1600199"/>
            <a:ext cx="10744200" cy="4572000"/>
          </a:xfrm>
        </p:spPr>
        <p:txBody>
          <a:bodyPr/>
          <a:lstStyle>
            <a:lvl1pPr>
              <a:defRPr>
                <a:solidFill>
                  <a:srgbClr val="262626"/>
                </a:solidFill>
              </a:defRPr>
            </a:lvl1pPr>
            <a:lvl2pPr>
              <a:defRPr>
                <a:solidFill>
                  <a:srgbClr val="262626"/>
                </a:solidFill>
              </a:defRPr>
            </a:lvl2pPr>
            <a:lvl3pPr>
              <a:defRPr>
                <a:solidFill>
                  <a:srgbClr val="262626"/>
                </a:solidFill>
              </a:defRPr>
            </a:lvl3pPr>
            <a:lvl4pPr>
              <a:defRPr>
                <a:solidFill>
                  <a:srgbClr val="262626"/>
                </a:solidFill>
              </a:defRPr>
            </a:lvl4pPr>
            <a:lvl5pPr>
              <a:defRPr>
                <a:solidFill>
                  <a:srgbClr val="262626"/>
                </a:solidFill>
              </a:defRPr>
            </a:lvl5pPr>
          </a:lstStyle>
          <a:p>
            <a:pPr lvl="0"/>
            <a:r>
              <a:rPr lang="en-US"/>
              <a:t>Click to edit Master text styles</a:t>
            </a:r>
            <a:endParaRPr lang="en-US"/>
          </a:p>
          <a:p>
            <a:pPr lvl="1"/>
            <a:r>
              <a:rPr lang="en-US"/>
              <a:t>Second level</a:t>
            </a:r>
            <a:endParaRPr lang="en-US"/>
          </a:p>
          <a:p>
            <a:pPr lvl="2"/>
            <a:r>
              <a:rPr lang="en-US"/>
              <a:t>Third level</a:t>
            </a:r>
            <a:endParaRPr lang="en-US"/>
          </a:p>
        </p:txBody>
      </p:sp>
      <p:cxnSp>
        <p:nvCxnSpPr>
          <p:cNvPr id="7" name="Straight Connector 6"/>
          <p:cNvCxnSpPr/>
          <p:nvPr/>
        </p:nvCxnSpPr>
        <p:spPr>
          <a:xfrm>
            <a:off x="838200" y="1296645"/>
            <a:ext cx="10515600" cy="368"/>
          </a:xfrm>
          <a:prstGeom prst="line">
            <a:avLst/>
          </a:prstGeom>
          <a:ln>
            <a:solidFill>
              <a:srgbClr val="6C4DEA"/>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i="0">
                <a:solidFill>
                  <a:srgbClr val="525252"/>
                </a:solidFill>
                <a:latin typeface="IBM Plex Sans SemiBold" panose="020B0503050203000203" pitchFamily="34" charset="0"/>
              </a:defRPr>
            </a:lvl1pPr>
          </a:lstStyle>
          <a:p>
            <a:r>
              <a:rPr lang="en-US"/>
              <a:t>Click to edit Master title style</a:t>
            </a:r>
            <a:endParaRPr lang="en-US" dirty="0"/>
          </a:p>
        </p:txBody>
      </p:sp>
      <p:sp>
        <p:nvSpPr>
          <p:cNvPr id="3" name="Content Placeholder 2"/>
          <p:cNvSpPr>
            <a:spLocks noGrp="1"/>
          </p:cNvSpPr>
          <p:nvPr>
            <p:ph sz="half" idx="1"/>
          </p:nvPr>
        </p:nvSpPr>
        <p:spPr>
          <a:xfrm>
            <a:off x="838200" y="1600200"/>
            <a:ext cx="5181600" cy="4572000"/>
          </a:xfrm>
        </p:spPr>
        <p:txBody>
          <a:bodyPr/>
          <a:lstStyle>
            <a:lvl1pPr>
              <a:defRPr>
                <a:solidFill>
                  <a:srgbClr val="262626"/>
                </a:solidFill>
              </a:defRPr>
            </a:lvl1pPr>
            <a:lvl2pPr>
              <a:defRPr>
                <a:solidFill>
                  <a:srgbClr val="262626"/>
                </a:solidFill>
              </a:defRPr>
            </a:lvl2pPr>
            <a:lvl3pPr>
              <a:defRPr>
                <a:solidFill>
                  <a:srgbClr val="262626"/>
                </a:solidFill>
              </a:defRPr>
            </a:lvl3pPr>
            <a:lvl4pPr>
              <a:defRPr>
                <a:solidFill>
                  <a:srgbClr val="525252"/>
                </a:solidFill>
              </a:defRPr>
            </a:lvl4pPr>
            <a:lvl5pPr>
              <a:defRPr>
                <a:solidFill>
                  <a:srgbClr val="525252"/>
                </a:solidFill>
              </a:defRPr>
            </a:lvl5pPr>
          </a:lstStyle>
          <a:p>
            <a:pPr lvl="0"/>
            <a:r>
              <a:rPr lang="en-US"/>
              <a:t>Click to edit Master text styles</a:t>
            </a:r>
            <a:endParaRPr lang="en-US"/>
          </a:p>
          <a:p>
            <a:pPr lvl="1"/>
            <a:r>
              <a:rPr lang="en-US"/>
              <a:t>Second level</a:t>
            </a:r>
            <a:endParaRPr lang="en-US"/>
          </a:p>
          <a:p>
            <a:pPr lvl="2"/>
            <a:r>
              <a:rPr lang="en-US"/>
              <a:t>Third level</a:t>
            </a:r>
            <a:endParaRPr lang="en-US"/>
          </a:p>
        </p:txBody>
      </p:sp>
      <p:sp>
        <p:nvSpPr>
          <p:cNvPr id="4" name="Content Placeholder 3"/>
          <p:cNvSpPr>
            <a:spLocks noGrp="1"/>
          </p:cNvSpPr>
          <p:nvPr>
            <p:ph sz="half" idx="2"/>
          </p:nvPr>
        </p:nvSpPr>
        <p:spPr>
          <a:xfrm>
            <a:off x="6172200" y="1600200"/>
            <a:ext cx="5181600" cy="4572000"/>
          </a:xfrm>
        </p:spPr>
        <p:txBody>
          <a:bodyPr/>
          <a:lstStyle>
            <a:lvl1pPr>
              <a:defRPr>
                <a:solidFill>
                  <a:srgbClr val="262626"/>
                </a:solidFill>
              </a:defRPr>
            </a:lvl1pPr>
            <a:lvl2pPr>
              <a:defRPr>
                <a:solidFill>
                  <a:srgbClr val="262626"/>
                </a:solidFill>
              </a:defRPr>
            </a:lvl2pPr>
            <a:lvl3pPr>
              <a:defRPr>
                <a:solidFill>
                  <a:srgbClr val="262626"/>
                </a:solidFill>
              </a:defRPr>
            </a:lvl3pPr>
            <a:lvl4pPr>
              <a:defRPr>
                <a:solidFill>
                  <a:srgbClr val="525252"/>
                </a:solidFill>
              </a:defRPr>
            </a:lvl4pPr>
            <a:lvl5pPr>
              <a:defRPr>
                <a:solidFill>
                  <a:srgbClr val="525252"/>
                </a:solidFill>
              </a:defRPr>
            </a:lvl5pPr>
          </a:lstStyle>
          <a:p>
            <a:pPr lvl="0"/>
            <a:r>
              <a:rPr lang="en-US"/>
              <a:t>Click to edit Master text styles</a:t>
            </a:r>
            <a:endParaRPr lang="en-US"/>
          </a:p>
          <a:p>
            <a:pPr lvl="1"/>
            <a:r>
              <a:rPr lang="en-US"/>
              <a:t>Second level</a:t>
            </a:r>
            <a:endParaRPr lang="en-US"/>
          </a:p>
          <a:p>
            <a:pPr lvl="2"/>
            <a:r>
              <a:rPr lang="en-US"/>
              <a:t>Third level</a:t>
            </a:r>
            <a:endParaRPr lang="en-US"/>
          </a:p>
        </p:txBody>
      </p:sp>
      <p:cxnSp>
        <p:nvCxnSpPr>
          <p:cNvPr id="8" name="Straight Connector 7"/>
          <p:cNvCxnSpPr/>
          <p:nvPr/>
        </p:nvCxnSpPr>
        <p:spPr>
          <a:xfrm>
            <a:off x="838200" y="1364249"/>
            <a:ext cx="10515600" cy="368"/>
          </a:xfrm>
          <a:prstGeom prst="line">
            <a:avLst/>
          </a:prstGeom>
          <a:ln>
            <a:solidFill>
              <a:srgbClr val="6C4DEA"/>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9" name="Title 1"/>
          <p:cNvSpPr>
            <a:spLocks noGrp="1"/>
          </p:cNvSpPr>
          <p:nvPr>
            <p:ph type="ctrTitle"/>
          </p:nvPr>
        </p:nvSpPr>
        <p:spPr>
          <a:xfrm>
            <a:off x="1524000" y="1122363"/>
            <a:ext cx="9144000" cy="2387600"/>
          </a:xfrm>
        </p:spPr>
        <p:txBody>
          <a:bodyPr anchor="b">
            <a:normAutofit/>
          </a:bodyPr>
          <a:lstStyle>
            <a:lvl1pPr algn="ctr">
              <a:defRPr sz="4800" b="1" i="0">
                <a:solidFill>
                  <a:srgbClr val="525252"/>
                </a:solidFill>
                <a:latin typeface="IBM Plex Sans SemiBold" panose="020B0503050203000203" pitchFamily="34" charset="0"/>
                <a:ea typeface="IBM Plex Sans SemiBold" panose="020B0503050203000203" pitchFamily="34" charset="0"/>
                <a:cs typeface="IBM Plex Sans SemiBold" panose="020B0503050203000203" pitchFamily="34" charset="0"/>
              </a:defRPr>
            </a:lvl1pPr>
          </a:lstStyle>
          <a:p>
            <a:r>
              <a:rPr lang="en-US"/>
              <a:t>Click to edit Master title style</a:t>
            </a:r>
            <a:endParaRPr lang="en-US"/>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showMasterSp="0">
  <p:cSld name="2_Blank">
    <p:bg>
      <p:bgPr>
        <a:solidFill>
          <a:schemeClr val="bg2"/>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showMasterSp="0">
  <p:cSld name="Title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13873" y="1168401"/>
            <a:ext cx="10964254" cy="2387600"/>
          </a:xfrm>
          <a:solidFill>
            <a:schemeClr val="bg2"/>
          </a:solidFill>
        </p:spPr>
        <p:txBody>
          <a:bodyPr anchor="b">
            <a:normAutofit/>
          </a:bodyPr>
          <a:lstStyle>
            <a:lvl1pPr algn="ctr">
              <a:defRPr sz="4800" b="0" i="0">
                <a:solidFill>
                  <a:srgbClr val="525252"/>
                </a:solidFill>
                <a:latin typeface="IBM Plex Sans SemiBold" panose="020B0503050203000203" pitchFamily="34" charset="0"/>
                <a:ea typeface="IBM Plex Sans SemiBold" panose="020B0503050203000203" pitchFamily="34" charset="0"/>
                <a:cs typeface="IBM Plex Sans SemiBold" panose="020B0503050203000203" pitchFamily="34" charset="0"/>
              </a:defRPr>
            </a:lvl1pPr>
          </a:lstStyle>
          <a:p>
            <a:r>
              <a:rPr lang="en-US"/>
              <a:t>Click to edit Master title style</a:t>
            </a:r>
            <a:endParaRPr lang="en-US" dirty="0"/>
          </a:p>
        </p:txBody>
      </p:sp>
      <p:sp>
        <p:nvSpPr>
          <p:cNvPr id="3" name="Subtitle 2"/>
          <p:cNvSpPr>
            <a:spLocks noGrp="1"/>
          </p:cNvSpPr>
          <p:nvPr>
            <p:ph type="subTitle" idx="1"/>
          </p:nvPr>
        </p:nvSpPr>
        <p:spPr>
          <a:xfrm>
            <a:off x="1528273" y="3731247"/>
            <a:ext cx="9135454" cy="1655762"/>
          </a:xfrm>
        </p:spPr>
        <p:txBody>
          <a:bodyPr>
            <a:normAutofit/>
          </a:bodyPr>
          <a:lstStyle>
            <a:lvl1pPr marL="0" indent="0" algn="ctr">
              <a:buNone/>
              <a:defRPr sz="2400" b="0" i="0">
                <a:solidFill>
                  <a:srgbClr val="525252"/>
                </a:solidFill>
                <a:latin typeface="IBM Plex Sans" panose="020B0503050203000203"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cxnSp>
        <p:nvCxnSpPr>
          <p:cNvPr id="8" name="Straight Connector 7"/>
          <p:cNvCxnSpPr/>
          <p:nvPr/>
        </p:nvCxnSpPr>
        <p:spPr>
          <a:xfrm>
            <a:off x="2880360" y="3649111"/>
            <a:ext cx="6431280" cy="0"/>
          </a:xfrm>
          <a:prstGeom prst="line">
            <a:avLst/>
          </a:prstGeom>
          <a:ln>
            <a:solidFill>
              <a:srgbClr val="6C4DEA"/>
            </a:solidFill>
          </a:ln>
        </p:spPr>
        <p:style>
          <a:lnRef idx="1">
            <a:schemeClr val="accent1"/>
          </a:lnRef>
          <a:fillRef idx="0">
            <a:schemeClr val="accent1"/>
          </a:fillRef>
          <a:effectRef idx="0">
            <a:schemeClr val="accent1"/>
          </a:effectRef>
          <a:fontRef idx="minor">
            <a:schemeClr val="tx1"/>
          </a:fontRef>
        </p:style>
      </p:cxnSp>
      <p:sp>
        <p:nvSpPr>
          <p:cNvPr id="9" name="Rectangle 8"/>
          <p:cNvSpPr>
            <a:spLocks noChangeArrowheads="1"/>
          </p:cNvSpPr>
          <p:nvPr/>
        </p:nvSpPr>
        <p:spPr bwMode="black">
          <a:xfrm>
            <a:off x="4093580" y="5537419"/>
            <a:ext cx="4004840" cy="304359"/>
          </a:xfrm>
          <a:prstGeom prst="rect">
            <a:avLst/>
          </a:prstGeom>
          <a:noFill/>
          <a:ln w="9525">
            <a:noFill/>
            <a:miter lim="800000"/>
          </a:ln>
        </p:spPr>
        <p:txBody>
          <a:bodyPr lIns="92075" tIns="46038" rIns="92075" bIns="46038"/>
          <a:lstStyle>
            <a:lvl1pPr eaLnBrk="0" hangingPunct="0">
              <a:defRPr b="1">
                <a:solidFill>
                  <a:schemeClr val="tx1"/>
                </a:solidFill>
                <a:latin typeface="Arial" panose="020B0604020202020204" pitchFamily="34" charset="0"/>
                <a:cs typeface="Arial" panose="020B0604020202020204" pitchFamily="34" charset="0"/>
              </a:defRPr>
            </a:lvl1pPr>
            <a:lvl2pPr marL="742950" indent="-285750" eaLnBrk="0" hangingPunct="0">
              <a:defRPr b="1">
                <a:solidFill>
                  <a:schemeClr val="tx1"/>
                </a:solidFill>
                <a:latin typeface="Arial" panose="020B0604020202020204" pitchFamily="34" charset="0"/>
                <a:cs typeface="Arial" panose="020B0604020202020204" pitchFamily="34" charset="0"/>
              </a:defRPr>
            </a:lvl2pPr>
            <a:lvl3pPr marL="1143000" indent="-228600" eaLnBrk="0" hangingPunct="0">
              <a:defRPr b="1">
                <a:solidFill>
                  <a:schemeClr val="tx1"/>
                </a:solidFill>
                <a:latin typeface="Arial" panose="020B0604020202020204" pitchFamily="34" charset="0"/>
                <a:cs typeface="Arial" panose="020B0604020202020204" pitchFamily="34" charset="0"/>
              </a:defRPr>
            </a:lvl3pPr>
            <a:lvl4pPr marL="1600200" indent="-228600" eaLnBrk="0" hangingPunct="0">
              <a:defRPr b="1">
                <a:solidFill>
                  <a:schemeClr val="tx1"/>
                </a:solidFill>
                <a:latin typeface="Arial" panose="020B0604020202020204" pitchFamily="34" charset="0"/>
                <a:cs typeface="Arial" panose="020B0604020202020204" pitchFamily="34" charset="0"/>
              </a:defRPr>
            </a:lvl4pPr>
            <a:lvl5pPr marL="2057400" indent="-228600" eaLnBrk="0" hangingPunct="0">
              <a:defRPr b="1">
                <a:solidFill>
                  <a:schemeClr val="tx1"/>
                </a:solidFill>
                <a:latin typeface="Arial" panose="020B0604020202020204" pitchFamily="34" charset="0"/>
                <a:cs typeface="Arial" panose="020B0604020202020204" pitchFamily="34" charset="0"/>
              </a:defRPr>
            </a:lvl5pPr>
            <a:lvl6pPr marL="2514600" indent="-228600" algn="r"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6pPr>
            <a:lvl7pPr marL="2971800" indent="-228600" algn="r"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7pPr>
            <a:lvl8pPr marL="3429000" indent="-228600" algn="r"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8pPr>
            <a:lvl9pPr marL="3886200" indent="-228600" algn="r"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9pPr>
          </a:lstStyle>
          <a:p>
            <a:pPr algn="ctr" eaLnBrk="1" hangingPunct="1"/>
            <a:r>
              <a:rPr lang="en-US" sz="1400" b="0">
                <a:solidFill>
                  <a:srgbClr val="000000"/>
                </a:solidFill>
                <a:latin typeface="Helv"/>
              </a:rPr>
              <a:t>© IBM Corporation. All rights reserved.</a:t>
            </a:r>
            <a:endParaRPr lang="en-US" sz="1400" b="0">
              <a:solidFill>
                <a:srgbClr val="000000"/>
              </a:solidFill>
              <a:latin typeface="Helv"/>
            </a:endParaRPr>
          </a:p>
        </p:txBody>
      </p:sp>
      <p:grpSp>
        <p:nvGrpSpPr>
          <p:cNvPr id="5" name="Group 4"/>
          <p:cNvGrpSpPr/>
          <p:nvPr userDrawn="1"/>
        </p:nvGrpSpPr>
        <p:grpSpPr>
          <a:xfrm>
            <a:off x="11094856" y="6244940"/>
            <a:ext cx="1098532" cy="613059"/>
            <a:chOff x="8965342" y="4231217"/>
            <a:chExt cx="1608171" cy="897474"/>
          </a:xfrm>
        </p:grpSpPr>
        <p:pic>
          <p:nvPicPr>
            <p:cNvPr id="6" name="Graphic 5"/>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321121" y="4418033"/>
              <a:ext cx="897474" cy="355817"/>
            </a:xfrm>
            <a:prstGeom prst="rect">
              <a:avLst/>
            </a:prstGeom>
          </p:spPr>
        </p:pic>
        <p:pic>
          <p:nvPicPr>
            <p:cNvPr id="11" name="Graphic 10" hidden="1"/>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9321121" y="4772874"/>
              <a:ext cx="897474" cy="355817"/>
            </a:xfrm>
            <a:prstGeom prst="rect">
              <a:avLst/>
            </a:prstGeom>
          </p:spPr>
        </p:pic>
        <p:pic>
          <p:nvPicPr>
            <p:cNvPr id="12" name="Graphic 11" hidden="1"/>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rot="16200000">
              <a:off x="9946868" y="4502045"/>
              <a:ext cx="897474" cy="355817"/>
            </a:xfrm>
            <a:prstGeom prst="rect">
              <a:avLst/>
            </a:prstGeom>
          </p:spPr>
        </p:pic>
        <p:pic>
          <p:nvPicPr>
            <p:cNvPr id="13" name="Graphic 12" hidden="1"/>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rot="16200000">
              <a:off x="8694514" y="4502045"/>
              <a:ext cx="897474" cy="355817"/>
            </a:xfrm>
            <a:prstGeom prst="rect">
              <a:avLst/>
            </a:prstGeom>
          </p:spPr>
        </p:pic>
      </p:grpSp>
      <p:pic>
        <p:nvPicPr>
          <p:cNvPr id="14" name="Graphic 13"/>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241053" y="6372101"/>
            <a:ext cx="1630680" cy="247650"/>
          </a:xfrm>
          <a:prstGeom prst="rect">
            <a:avLst/>
          </a:prstGeom>
        </p:spPr>
      </p:pic>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525252"/>
                </a:solidFill>
              </a:defRPr>
            </a:lvl1pPr>
          </a:lstStyle>
          <a:p>
            <a:r>
              <a:rPr lang="en-US"/>
              <a:t>Click to edit Master title style</a:t>
            </a:r>
            <a:endParaRPr lang="en-US" dirty="0"/>
          </a:p>
        </p:txBody>
      </p:sp>
      <p:sp>
        <p:nvSpPr>
          <p:cNvPr id="3" name="Content Placeholder 2"/>
          <p:cNvSpPr>
            <a:spLocks noGrp="1"/>
          </p:cNvSpPr>
          <p:nvPr>
            <p:ph idx="1"/>
          </p:nvPr>
        </p:nvSpPr>
        <p:spPr>
          <a:xfrm>
            <a:off x="838200" y="1600199"/>
            <a:ext cx="10744200" cy="4572000"/>
          </a:xfrm>
        </p:spPr>
        <p:txBody>
          <a:bodyPr/>
          <a:lstStyle>
            <a:lvl1pPr>
              <a:defRPr>
                <a:solidFill>
                  <a:srgbClr val="262626"/>
                </a:solidFill>
              </a:defRPr>
            </a:lvl1pPr>
            <a:lvl2pPr>
              <a:defRPr>
                <a:solidFill>
                  <a:srgbClr val="262626"/>
                </a:solidFill>
              </a:defRPr>
            </a:lvl2pPr>
            <a:lvl3pPr>
              <a:defRPr>
                <a:solidFill>
                  <a:srgbClr val="262626"/>
                </a:solidFill>
              </a:defRPr>
            </a:lvl3pPr>
            <a:lvl4pPr>
              <a:defRPr>
                <a:solidFill>
                  <a:srgbClr val="262626"/>
                </a:solidFill>
              </a:defRPr>
            </a:lvl4pPr>
            <a:lvl5pPr>
              <a:defRPr>
                <a:solidFill>
                  <a:srgbClr val="262626"/>
                </a:solidFill>
              </a:defRPr>
            </a:lvl5pPr>
          </a:lstStyle>
          <a:p>
            <a:pPr lvl="0"/>
            <a:r>
              <a:rPr lang="en-US"/>
              <a:t>Click to edit Master text styles</a:t>
            </a:r>
            <a:endParaRPr lang="en-US"/>
          </a:p>
          <a:p>
            <a:pPr lvl="1"/>
            <a:r>
              <a:rPr lang="en-US"/>
              <a:t>Second level</a:t>
            </a:r>
            <a:endParaRPr lang="en-US"/>
          </a:p>
          <a:p>
            <a:pPr lvl="2"/>
            <a:r>
              <a:rPr lang="en-US"/>
              <a:t>Third level</a:t>
            </a:r>
            <a:endParaRPr lang="en-US"/>
          </a:p>
        </p:txBody>
      </p:sp>
      <p:cxnSp>
        <p:nvCxnSpPr>
          <p:cNvPr id="7" name="Straight Connector 6"/>
          <p:cNvCxnSpPr/>
          <p:nvPr/>
        </p:nvCxnSpPr>
        <p:spPr>
          <a:xfrm>
            <a:off x="838200" y="1296645"/>
            <a:ext cx="10515600" cy="368"/>
          </a:xfrm>
          <a:prstGeom prst="line">
            <a:avLst/>
          </a:prstGeom>
          <a:ln>
            <a:solidFill>
              <a:srgbClr val="6C4DEA"/>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i="0">
                <a:solidFill>
                  <a:srgbClr val="525252"/>
                </a:solidFill>
                <a:latin typeface="IBM Plex Sans SemiBold" panose="020B0503050203000203" pitchFamily="34" charset="0"/>
              </a:defRPr>
            </a:lvl1pPr>
          </a:lstStyle>
          <a:p>
            <a:r>
              <a:rPr lang="en-US"/>
              <a:t>Click to edit Master title style</a:t>
            </a:r>
            <a:endParaRPr lang="en-US" dirty="0"/>
          </a:p>
        </p:txBody>
      </p:sp>
      <p:sp>
        <p:nvSpPr>
          <p:cNvPr id="3" name="Content Placeholder 2"/>
          <p:cNvSpPr>
            <a:spLocks noGrp="1"/>
          </p:cNvSpPr>
          <p:nvPr>
            <p:ph sz="half" idx="1"/>
          </p:nvPr>
        </p:nvSpPr>
        <p:spPr>
          <a:xfrm>
            <a:off x="838200" y="1600200"/>
            <a:ext cx="5181600" cy="4572000"/>
          </a:xfrm>
        </p:spPr>
        <p:txBody>
          <a:bodyPr/>
          <a:lstStyle>
            <a:lvl1pPr>
              <a:defRPr>
                <a:solidFill>
                  <a:srgbClr val="262626"/>
                </a:solidFill>
              </a:defRPr>
            </a:lvl1pPr>
            <a:lvl2pPr>
              <a:defRPr>
                <a:solidFill>
                  <a:srgbClr val="262626"/>
                </a:solidFill>
              </a:defRPr>
            </a:lvl2pPr>
            <a:lvl3pPr>
              <a:defRPr>
                <a:solidFill>
                  <a:srgbClr val="262626"/>
                </a:solidFill>
              </a:defRPr>
            </a:lvl3pPr>
            <a:lvl4pPr>
              <a:defRPr>
                <a:solidFill>
                  <a:srgbClr val="525252"/>
                </a:solidFill>
              </a:defRPr>
            </a:lvl4pPr>
            <a:lvl5pPr>
              <a:defRPr>
                <a:solidFill>
                  <a:srgbClr val="525252"/>
                </a:solidFill>
              </a:defRPr>
            </a:lvl5pPr>
          </a:lstStyle>
          <a:p>
            <a:pPr lvl="0"/>
            <a:r>
              <a:rPr lang="en-US"/>
              <a:t>Click to edit Master text styles</a:t>
            </a:r>
            <a:endParaRPr lang="en-US"/>
          </a:p>
          <a:p>
            <a:pPr lvl="1"/>
            <a:r>
              <a:rPr lang="en-US"/>
              <a:t>Second level</a:t>
            </a:r>
            <a:endParaRPr lang="en-US"/>
          </a:p>
          <a:p>
            <a:pPr lvl="2"/>
            <a:r>
              <a:rPr lang="en-US"/>
              <a:t>Third level</a:t>
            </a:r>
            <a:endParaRPr lang="en-US"/>
          </a:p>
        </p:txBody>
      </p:sp>
      <p:sp>
        <p:nvSpPr>
          <p:cNvPr id="4" name="Content Placeholder 3"/>
          <p:cNvSpPr>
            <a:spLocks noGrp="1"/>
          </p:cNvSpPr>
          <p:nvPr>
            <p:ph sz="half" idx="2"/>
          </p:nvPr>
        </p:nvSpPr>
        <p:spPr>
          <a:xfrm>
            <a:off x="6172200" y="1600200"/>
            <a:ext cx="5181600" cy="4572000"/>
          </a:xfrm>
        </p:spPr>
        <p:txBody>
          <a:bodyPr/>
          <a:lstStyle>
            <a:lvl1pPr>
              <a:defRPr>
                <a:solidFill>
                  <a:srgbClr val="262626"/>
                </a:solidFill>
              </a:defRPr>
            </a:lvl1pPr>
            <a:lvl2pPr>
              <a:defRPr>
                <a:solidFill>
                  <a:srgbClr val="262626"/>
                </a:solidFill>
              </a:defRPr>
            </a:lvl2pPr>
            <a:lvl3pPr>
              <a:defRPr>
                <a:solidFill>
                  <a:srgbClr val="262626"/>
                </a:solidFill>
              </a:defRPr>
            </a:lvl3pPr>
            <a:lvl4pPr>
              <a:defRPr>
                <a:solidFill>
                  <a:srgbClr val="525252"/>
                </a:solidFill>
              </a:defRPr>
            </a:lvl4pPr>
            <a:lvl5pPr>
              <a:defRPr>
                <a:solidFill>
                  <a:srgbClr val="525252"/>
                </a:solidFill>
              </a:defRPr>
            </a:lvl5pPr>
          </a:lstStyle>
          <a:p>
            <a:pPr lvl="0"/>
            <a:r>
              <a:rPr lang="en-US"/>
              <a:t>Click to edit Master text styles</a:t>
            </a:r>
            <a:endParaRPr lang="en-US"/>
          </a:p>
          <a:p>
            <a:pPr lvl="1"/>
            <a:r>
              <a:rPr lang="en-US"/>
              <a:t>Second level</a:t>
            </a:r>
            <a:endParaRPr lang="en-US"/>
          </a:p>
          <a:p>
            <a:pPr lvl="2"/>
            <a:r>
              <a:rPr lang="en-US"/>
              <a:t>Third level</a:t>
            </a:r>
            <a:endParaRPr lang="en-US"/>
          </a:p>
        </p:txBody>
      </p:sp>
      <p:cxnSp>
        <p:nvCxnSpPr>
          <p:cNvPr id="8" name="Straight Connector 7"/>
          <p:cNvCxnSpPr/>
          <p:nvPr/>
        </p:nvCxnSpPr>
        <p:spPr>
          <a:xfrm>
            <a:off x="838200" y="1364249"/>
            <a:ext cx="10515600" cy="368"/>
          </a:xfrm>
          <a:prstGeom prst="line">
            <a:avLst/>
          </a:prstGeom>
          <a:ln>
            <a:solidFill>
              <a:srgbClr val="6C4DEA"/>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9" name="Title 1"/>
          <p:cNvSpPr>
            <a:spLocks noGrp="1"/>
          </p:cNvSpPr>
          <p:nvPr>
            <p:ph type="ctrTitle"/>
          </p:nvPr>
        </p:nvSpPr>
        <p:spPr>
          <a:xfrm>
            <a:off x="1524000" y="1122363"/>
            <a:ext cx="9144000" cy="2387600"/>
          </a:xfrm>
        </p:spPr>
        <p:txBody>
          <a:bodyPr anchor="b">
            <a:normAutofit/>
          </a:bodyPr>
          <a:lstStyle>
            <a:lvl1pPr algn="ctr">
              <a:defRPr sz="4800" b="1" i="0">
                <a:solidFill>
                  <a:srgbClr val="525252"/>
                </a:solidFill>
                <a:latin typeface="IBM Plex Sans SemiBold" panose="020B0503050203000203" pitchFamily="34" charset="0"/>
                <a:ea typeface="IBM Plex Sans SemiBold" panose="020B0503050203000203" pitchFamily="34" charset="0"/>
                <a:cs typeface="IBM Plex Sans SemiBold" panose="020B0503050203000203" pitchFamily="34" charset="0"/>
              </a:defRPr>
            </a:lvl1pPr>
          </a:lstStyle>
          <a:p>
            <a:r>
              <a:rPr lang="en-US"/>
              <a:t>Click to edit Master title style</a:t>
            </a:r>
            <a:endParaRPr lang="en-US"/>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showMasterSp="0">
  <p:cSld name="2_Blank">
    <p:bg>
      <p:bgPr>
        <a:solidFill>
          <a:schemeClr val="bg2"/>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showMasterSp="0">
  <p:cSld name="Title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13873" y="1168401"/>
            <a:ext cx="10964254" cy="2387600"/>
          </a:xfrm>
          <a:solidFill>
            <a:schemeClr val="bg2"/>
          </a:solidFill>
        </p:spPr>
        <p:txBody>
          <a:bodyPr anchor="b">
            <a:normAutofit/>
          </a:bodyPr>
          <a:lstStyle>
            <a:lvl1pPr algn="ctr">
              <a:defRPr sz="4800" b="0" i="0">
                <a:solidFill>
                  <a:srgbClr val="525252"/>
                </a:solidFill>
                <a:latin typeface="IBM Plex Sans SemiBold" panose="020B0503050203000203" pitchFamily="34" charset="0"/>
                <a:ea typeface="IBM Plex Sans SemiBold" panose="020B0503050203000203" pitchFamily="34" charset="0"/>
                <a:cs typeface="IBM Plex Sans SemiBold" panose="020B0503050203000203" pitchFamily="34" charset="0"/>
              </a:defRPr>
            </a:lvl1pPr>
          </a:lstStyle>
          <a:p>
            <a:r>
              <a:rPr lang="en-US"/>
              <a:t>Click to edit Master title style</a:t>
            </a:r>
            <a:endParaRPr lang="en-US" dirty="0"/>
          </a:p>
        </p:txBody>
      </p:sp>
      <p:sp>
        <p:nvSpPr>
          <p:cNvPr id="3" name="Subtitle 2"/>
          <p:cNvSpPr>
            <a:spLocks noGrp="1"/>
          </p:cNvSpPr>
          <p:nvPr>
            <p:ph type="subTitle" idx="1"/>
          </p:nvPr>
        </p:nvSpPr>
        <p:spPr>
          <a:xfrm>
            <a:off x="1528273" y="3731247"/>
            <a:ext cx="9135454" cy="1655762"/>
          </a:xfrm>
        </p:spPr>
        <p:txBody>
          <a:bodyPr>
            <a:normAutofit/>
          </a:bodyPr>
          <a:lstStyle>
            <a:lvl1pPr marL="0" indent="0" algn="ctr">
              <a:buNone/>
              <a:defRPr sz="2400" b="0" i="0">
                <a:solidFill>
                  <a:srgbClr val="525252"/>
                </a:solidFill>
                <a:latin typeface="IBM Plex Sans" panose="020B0503050203000203"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cxnSp>
        <p:nvCxnSpPr>
          <p:cNvPr id="8" name="Straight Connector 7"/>
          <p:cNvCxnSpPr/>
          <p:nvPr/>
        </p:nvCxnSpPr>
        <p:spPr>
          <a:xfrm>
            <a:off x="2880360" y="3649111"/>
            <a:ext cx="6431280" cy="0"/>
          </a:xfrm>
          <a:prstGeom prst="line">
            <a:avLst/>
          </a:prstGeom>
          <a:ln>
            <a:solidFill>
              <a:srgbClr val="6C4DEA"/>
            </a:solidFill>
          </a:ln>
        </p:spPr>
        <p:style>
          <a:lnRef idx="1">
            <a:schemeClr val="accent1"/>
          </a:lnRef>
          <a:fillRef idx="0">
            <a:schemeClr val="accent1"/>
          </a:fillRef>
          <a:effectRef idx="0">
            <a:schemeClr val="accent1"/>
          </a:effectRef>
          <a:fontRef idx="minor">
            <a:schemeClr val="tx1"/>
          </a:fontRef>
        </p:style>
      </p:cxnSp>
      <p:sp>
        <p:nvSpPr>
          <p:cNvPr id="9" name="Rectangle 8"/>
          <p:cNvSpPr>
            <a:spLocks noChangeArrowheads="1"/>
          </p:cNvSpPr>
          <p:nvPr/>
        </p:nvSpPr>
        <p:spPr bwMode="black">
          <a:xfrm>
            <a:off x="4093580" y="5537419"/>
            <a:ext cx="4004840" cy="304359"/>
          </a:xfrm>
          <a:prstGeom prst="rect">
            <a:avLst/>
          </a:prstGeom>
          <a:noFill/>
          <a:ln w="9525">
            <a:noFill/>
            <a:miter lim="800000"/>
          </a:ln>
        </p:spPr>
        <p:txBody>
          <a:bodyPr lIns="92075" tIns="46038" rIns="92075" bIns="46038"/>
          <a:lstStyle>
            <a:lvl1pPr eaLnBrk="0" hangingPunct="0">
              <a:defRPr b="1">
                <a:solidFill>
                  <a:schemeClr val="tx1"/>
                </a:solidFill>
                <a:latin typeface="Arial" panose="020B0604020202020204" pitchFamily="34" charset="0"/>
                <a:cs typeface="Arial" panose="020B0604020202020204" pitchFamily="34" charset="0"/>
              </a:defRPr>
            </a:lvl1pPr>
            <a:lvl2pPr marL="742950" indent="-285750" eaLnBrk="0" hangingPunct="0">
              <a:defRPr b="1">
                <a:solidFill>
                  <a:schemeClr val="tx1"/>
                </a:solidFill>
                <a:latin typeface="Arial" panose="020B0604020202020204" pitchFamily="34" charset="0"/>
                <a:cs typeface="Arial" panose="020B0604020202020204" pitchFamily="34" charset="0"/>
              </a:defRPr>
            </a:lvl2pPr>
            <a:lvl3pPr marL="1143000" indent="-228600" eaLnBrk="0" hangingPunct="0">
              <a:defRPr b="1">
                <a:solidFill>
                  <a:schemeClr val="tx1"/>
                </a:solidFill>
                <a:latin typeface="Arial" panose="020B0604020202020204" pitchFamily="34" charset="0"/>
                <a:cs typeface="Arial" panose="020B0604020202020204" pitchFamily="34" charset="0"/>
              </a:defRPr>
            </a:lvl3pPr>
            <a:lvl4pPr marL="1600200" indent="-228600" eaLnBrk="0" hangingPunct="0">
              <a:defRPr b="1">
                <a:solidFill>
                  <a:schemeClr val="tx1"/>
                </a:solidFill>
                <a:latin typeface="Arial" panose="020B0604020202020204" pitchFamily="34" charset="0"/>
                <a:cs typeface="Arial" panose="020B0604020202020204" pitchFamily="34" charset="0"/>
              </a:defRPr>
            </a:lvl4pPr>
            <a:lvl5pPr marL="2057400" indent="-228600" eaLnBrk="0" hangingPunct="0">
              <a:defRPr b="1">
                <a:solidFill>
                  <a:schemeClr val="tx1"/>
                </a:solidFill>
                <a:latin typeface="Arial" panose="020B0604020202020204" pitchFamily="34" charset="0"/>
                <a:cs typeface="Arial" panose="020B0604020202020204" pitchFamily="34" charset="0"/>
              </a:defRPr>
            </a:lvl5pPr>
            <a:lvl6pPr marL="2514600" indent="-228600" algn="r"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6pPr>
            <a:lvl7pPr marL="2971800" indent="-228600" algn="r"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7pPr>
            <a:lvl8pPr marL="3429000" indent="-228600" algn="r"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8pPr>
            <a:lvl9pPr marL="3886200" indent="-228600" algn="r"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9pPr>
          </a:lstStyle>
          <a:p>
            <a:pPr algn="ctr" eaLnBrk="1" hangingPunct="1"/>
            <a:r>
              <a:rPr lang="en-US" sz="1400" b="0">
                <a:solidFill>
                  <a:srgbClr val="000000"/>
                </a:solidFill>
                <a:latin typeface="Helv"/>
              </a:rPr>
              <a:t>© IBM Corporation. All rights reserved.</a:t>
            </a:r>
            <a:endParaRPr lang="en-US" sz="1400" b="0">
              <a:solidFill>
                <a:srgbClr val="000000"/>
              </a:solidFill>
              <a:latin typeface="Helv"/>
            </a:endParaRPr>
          </a:p>
        </p:txBody>
      </p:sp>
      <p:grpSp>
        <p:nvGrpSpPr>
          <p:cNvPr id="5" name="Group 4"/>
          <p:cNvGrpSpPr/>
          <p:nvPr userDrawn="1"/>
        </p:nvGrpSpPr>
        <p:grpSpPr>
          <a:xfrm>
            <a:off x="11094856" y="6244940"/>
            <a:ext cx="1098532" cy="613059"/>
            <a:chOff x="8965342" y="4231217"/>
            <a:chExt cx="1608171" cy="897474"/>
          </a:xfrm>
        </p:grpSpPr>
        <p:pic>
          <p:nvPicPr>
            <p:cNvPr id="6" name="Graphic 5"/>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321121" y="4418033"/>
              <a:ext cx="897474" cy="355817"/>
            </a:xfrm>
            <a:prstGeom prst="rect">
              <a:avLst/>
            </a:prstGeom>
          </p:spPr>
        </p:pic>
        <p:pic>
          <p:nvPicPr>
            <p:cNvPr id="11" name="Graphic 10" hidden="1"/>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9321121" y="4772874"/>
              <a:ext cx="897474" cy="355817"/>
            </a:xfrm>
            <a:prstGeom prst="rect">
              <a:avLst/>
            </a:prstGeom>
          </p:spPr>
        </p:pic>
        <p:pic>
          <p:nvPicPr>
            <p:cNvPr id="12" name="Graphic 11" hidden="1"/>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rot="16200000">
              <a:off x="9946868" y="4502045"/>
              <a:ext cx="897474" cy="355817"/>
            </a:xfrm>
            <a:prstGeom prst="rect">
              <a:avLst/>
            </a:prstGeom>
          </p:spPr>
        </p:pic>
        <p:pic>
          <p:nvPicPr>
            <p:cNvPr id="13" name="Graphic 12" hidden="1"/>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rot="16200000">
              <a:off x="8694514" y="4502045"/>
              <a:ext cx="897474" cy="355817"/>
            </a:xfrm>
            <a:prstGeom prst="rect">
              <a:avLst/>
            </a:prstGeom>
          </p:spPr>
        </p:pic>
      </p:grpSp>
      <p:pic>
        <p:nvPicPr>
          <p:cNvPr id="14" name="Graphic 13"/>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241053" y="6372101"/>
            <a:ext cx="1630680" cy="247650"/>
          </a:xfrm>
          <a:prstGeom prst="rect">
            <a:avLst/>
          </a:prstGeom>
        </p:spPr>
      </p:pic>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525252"/>
                </a:solidFill>
              </a:defRPr>
            </a:lvl1pPr>
          </a:lstStyle>
          <a:p>
            <a:r>
              <a:rPr lang="en-US"/>
              <a:t>Click to edit Master title style</a:t>
            </a:r>
            <a:endParaRPr lang="en-US" dirty="0"/>
          </a:p>
        </p:txBody>
      </p:sp>
      <p:sp>
        <p:nvSpPr>
          <p:cNvPr id="3" name="Content Placeholder 2"/>
          <p:cNvSpPr>
            <a:spLocks noGrp="1"/>
          </p:cNvSpPr>
          <p:nvPr>
            <p:ph idx="1"/>
          </p:nvPr>
        </p:nvSpPr>
        <p:spPr>
          <a:xfrm>
            <a:off x="838200" y="1600199"/>
            <a:ext cx="10744200" cy="4572000"/>
          </a:xfrm>
        </p:spPr>
        <p:txBody>
          <a:bodyPr/>
          <a:lstStyle>
            <a:lvl1pPr>
              <a:defRPr>
                <a:solidFill>
                  <a:srgbClr val="262626"/>
                </a:solidFill>
              </a:defRPr>
            </a:lvl1pPr>
            <a:lvl2pPr>
              <a:defRPr>
                <a:solidFill>
                  <a:srgbClr val="262626"/>
                </a:solidFill>
              </a:defRPr>
            </a:lvl2pPr>
            <a:lvl3pPr>
              <a:defRPr>
                <a:solidFill>
                  <a:srgbClr val="262626"/>
                </a:solidFill>
              </a:defRPr>
            </a:lvl3pPr>
            <a:lvl4pPr>
              <a:defRPr>
                <a:solidFill>
                  <a:srgbClr val="262626"/>
                </a:solidFill>
              </a:defRPr>
            </a:lvl4pPr>
            <a:lvl5pPr>
              <a:defRPr>
                <a:solidFill>
                  <a:srgbClr val="262626"/>
                </a:solidFill>
              </a:defRPr>
            </a:lvl5pPr>
          </a:lstStyle>
          <a:p>
            <a:pPr lvl="0"/>
            <a:r>
              <a:rPr lang="en-US"/>
              <a:t>Click to edit Master text styles</a:t>
            </a:r>
            <a:endParaRPr lang="en-US"/>
          </a:p>
          <a:p>
            <a:pPr lvl="1"/>
            <a:r>
              <a:rPr lang="en-US"/>
              <a:t>Second level</a:t>
            </a:r>
            <a:endParaRPr lang="en-US"/>
          </a:p>
          <a:p>
            <a:pPr lvl="2"/>
            <a:r>
              <a:rPr lang="en-US"/>
              <a:t>Third level</a:t>
            </a:r>
            <a:endParaRPr lang="en-US"/>
          </a:p>
        </p:txBody>
      </p:sp>
      <p:cxnSp>
        <p:nvCxnSpPr>
          <p:cNvPr id="7" name="Straight Connector 6"/>
          <p:cNvCxnSpPr/>
          <p:nvPr/>
        </p:nvCxnSpPr>
        <p:spPr>
          <a:xfrm>
            <a:off x="838200" y="1296645"/>
            <a:ext cx="10515600" cy="368"/>
          </a:xfrm>
          <a:prstGeom prst="line">
            <a:avLst/>
          </a:prstGeom>
          <a:ln>
            <a:solidFill>
              <a:srgbClr val="6C4DEA"/>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i="0">
                <a:solidFill>
                  <a:srgbClr val="525252"/>
                </a:solidFill>
                <a:latin typeface="IBM Plex Sans SemiBold" panose="020B0503050203000203" pitchFamily="34" charset="0"/>
              </a:defRPr>
            </a:lvl1pPr>
          </a:lstStyle>
          <a:p>
            <a:r>
              <a:rPr lang="en-US"/>
              <a:t>Click to edit Master title style</a:t>
            </a:r>
            <a:endParaRPr lang="en-US" dirty="0"/>
          </a:p>
        </p:txBody>
      </p:sp>
      <p:sp>
        <p:nvSpPr>
          <p:cNvPr id="3" name="Content Placeholder 2"/>
          <p:cNvSpPr>
            <a:spLocks noGrp="1"/>
          </p:cNvSpPr>
          <p:nvPr>
            <p:ph sz="half" idx="1"/>
          </p:nvPr>
        </p:nvSpPr>
        <p:spPr>
          <a:xfrm>
            <a:off x="838200" y="1600200"/>
            <a:ext cx="5181600" cy="4572000"/>
          </a:xfrm>
        </p:spPr>
        <p:txBody>
          <a:bodyPr/>
          <a:lstStyle>
            <a:lvl1pPr>
              <a:defRPr>
                <a:solidFill>
                  <a:srgbClr val="262626"/>
                </a:solidFill>
              </a:defRPr>
            </a:lvl1pPr>
            <a:lvl2pPr>
              <a:defRPr>
                <a:solidFill>
                  <a:srgbClr val="262626"/>
                </a:solidFill>
              </a:defRPr>
            </a:lvl2pPr>
            <a:lvl3pPr>
              <a:defRPr>
                <a:solidFill>
                  <a:srgbClr val="262626"/>
                </a:solidFill>
              </a:defRPr>
            </a:lvl3pPr>
            <a:lvl4pPr>
              <a:defRPr>
                <a:solidFill>
                  <a:srgbClr val="525252"/>
                </a:solidFill>
              </a:defRPr>
            </a:lvl4pPr>
            <a:lvl5pPr>
              <a:defRPr>
                <a:solidFill>
                  <a:srgbClr val="525252"/>
                </a:solidFill>
              </a:defRPr>
            </a:lvl5pPr>
          </a:lstStyle>
          <a:p>
            <a:pPr lvl="0"/>
            <a:r>
              <a:rPr lang="en-US"/>
              <a:t>Click to edit Master text styles</a:t>
            </a:r>
            <a:endParaRPr lang="en-US"/>
          </a:p>
          <a:p>
            <a:pPr lvl="1"/>
            <a:r>
              <a:rPr lang="en-US"/>
              <a:t>Second level</a:t>
            </a:r>
            <a:endParaRPr lang="en-US"/>
          </a:p>
          <a:p>
            <a:pPr lvl="2"/>
            <a:r>
              <a:rPr lang="en-US"/>
              <a:t>Third level</a:t>
            </a:r>
            <a:endParaRPr lang="en-US"/>
          </a:p>
        </p:txBody>
      </p:sp>
      <p:sp>
        <p:nvSpPr>
          <p:cNvPr id="4" name="Content Placeholder 3"/>
          <p:cNvSpPr>
            <a:spLocks noGrp="1"/>
          </p:cNvSpPr>
          <p:nvPr>
            <p:ph sz="half" idx="2"/>
          </p:nvPr>
        </p:nvSpPr>
        <p:spPr>
          <a:xfrm>
            <a:off x="6172200" y="1600200"/>
            <a:ext cx="5181600" cy="4572000"/>
          </a:xfrm>
        </p:spPr>
        <p:txBody>
          <a:bodyPr/>
          <a:lstStyle>
            <a:lvl1pPr>
              <a:defRPr>
                <a:solidFill>
                  <a:srgbClr val="262626"/>
                </a:solidFill>
              </a:defRPr>
            </a:lvl1pPr>
            <a:lvl2pPr>
              <a:defRPr>
                <a:solidFill>
                  <a:srgbClr val="262626"/>
                </a:solidFill>
              </a:defRPr>
            </a:lvl2pPr>
            <a:lvl3pPr>
              <a:defRPr>
                <a:solidFill>
                  <a:srgbClr val="262626"/>
                </a:solidFill>
              </a:defRPr>
            </a:lvl3pPr>
            <a:lvl4pPr>
              <a:defRPr>
                <a:solidFill>
                  <a:srgbClr val="525252"/>
                </a:solidFill>
              </a:defRPr>
            </a:lvl4pPr>
            <a:lvl5pPr>
              <a:defRPr>
                <a:solidFill>
                  <a:srgbClr val="525252"/>
                </a:solidFill>
              </a:defRPr>
            </a:lvl5pPr>
          </a:lstStyle>
          <a:p>
            <a:pPr lvl="0"/>
            <a:r>
              <a:rPr lang="en-US"/>
              <a:t>Click to edit Master text styles</a:t>
            </a:r>
            <a:endParaRPr lang="en-US"/>
          </a:p>
          <a:p>
            <a:pPr lvl="1"/>
            <a:r>
              <a:rPr lang="en-US"/>
              <a:t>Second level</a:t>
            </a:r>
            <a:endParaRPr lang="en-US"/>
          </a:p>
          <a:p>
            <a:pPr lvl="2"/>
            <a:r>
              <a:rPr lang="en-US"/>
              <a:t>Third level</a:t>
            </a:r>
            <a:endParaRPr lang="en-US"/>
          </a:p>
        </p:txBody>
      </p:sp>
      <p:cxnSp>
        <p:nvCxnSpPr>
          <p:cNvPr id="8" name="Straight Connector 7"/>
          <p:cNvCxnSpPr/>
          <p:nvPr/>
        </p:nvCxnSpPr>
        <p:spPr>
          <a:xfrm>
            <a:off x="838200" y="1364249"/>
            <a:ext cx="10515600" cy="368"/>
          </a:xfrm>
          <a:prstGeom prst="line">
            <a:avLst/>
          </a:prstGeom>
          <a:ln>
            <a:solidFill>
              <a:srgbClr val="6C4DEA"/>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9" name="Title 1"/>
          <p:cNvSpPr>
            <a:spLocks noGrp="1"/>
          </p:cNvSpPr>
          <p:nvPr>
            <p:ph type="ctrTitle"/>
          </p:nvPr>
        </p:nvSpPr>
        <p:spPr>
          <a:xfrm>
            <a:off x="1524000" y="1122363"/>
            <a:ext cx="9144000" cy="2387600"/>
          </a:xfrm>
        </p:spPr>
        <p:txBody>
          <a:bodyPr anchor="b">
            <a:normAutofit/>
          </a:bodyPr>
          <a:lstStyle>
            <a:lvl1pPr algn="ctr">
              <a:defRPr sz="4800" b="1" i="0">
                <a:solidFill>
                  <a:srgbClr val="525252"/>
                </a:solidFill>
                <a:latin typeface="IBM Plex Sans SemiBold" panose="020B0503050203000203" pitchFamily="34" charset="0"/>
                <a:ea typeface="IBM Plex Sans SemiBold" panose="020B0503050203000203" pitchFamily="34" charset="0"/>
                <a:cs typeface="IBM Plex Sans SemiBold" panose="020B0503050203000203" pitchFamily="34" charset="0"/>
              </a:defRPr>
            </a:lvl1pPr>
          </a:lstStyle>
          <a:p>
            <a:r>
              <a:rPr lang="en-US"/>
              <a:t>Click to edit Master title style</a:t>
            </a:r>
            <a:endParaRPr lang="en-US"/>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showMasterSp="0">
  <p:cSld name="2_Blank">
    <p:bg>
      <p:bgPr>
        <a:solidFill>
          <a:schemeClr val="bg2"/>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image" Target="../media/image1.png"/><Relationship Id="rId8" Type="http://schemas.microsoft.com/office/2007/relationships/hdphoto" Target="../media/image8.wdp"/><Relationship Id="rId7" Type="http://schemas.openxmlformats.org/officeDocument/2006/relationships/image" Target="../media/image7.png"/><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6" Type="http://schemas.openxmlformats.org/officeDocument/2006/relationships/theme" Target="../theme/theme1.xml"/><Relationship Id="rId15" Type="http://schemas.openxmlformats.org/officeDocument/2006/relationships/tags" Target="../tags/tag1.xml"/><Relationship Id="rId14" Type="http://schemas.openxmlformats.org/officeDocument/2006/relationships/image" Target="../media/image6.svg"/><Relationship Id="rId13" Type="http://schemas.openxmlformats.org/officeDocument/2006/relationships/image" Target="../media/image5.png"/><Relationship Id="rId12" Type="http://schemas.openxmlformats.org/officeDocument/2006/relationships/image" Target="../media/image4.svg"/><Relationship Id="rId11" Type="http://schemas.openxmlformats.org/officeDocument/2006/relationships/image" Target="../media/image3.png"/><Relationship Id="rId10" Type="http://schemas.openxmlformats.org/officeDocument/2006/relationships/image" Target="../media/image2.svg"/><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image" Target="../media/image9.png"/><Relationship Id="rId8" Type="http://schemas.microsoft.com/office/2007/relationships/hdphoto" Target="../media/image8.wdp"/><Relationship Id="rId7" Type="http://schemas.openxmlformats.org/officeDocument/2006/relationships/image" Target="../media/image7.png"/><Relationship Id="rId6" Type="http://schemas.openxmlformats.org/officeDocument/2006/relationships/slideLayout" Target="../slideLayouts/slideLayout12.xml"/><Relationship Id="rId5" Type="http://schemas.openxmlformats.org/officeDocument/2006/relationships/slideLayout" Target="../slideLayouts/slideLayout11.xml"/><Relationship Id="rId4" Type="http://schemas.openxmlformats.org/officeDocument/2006/relationships/slideLayout" Target="../slideLayouts/slideLayout10.xml"/><Relationship Id="rId3" Type="http://schemas.openxmlformats.org/officeDocument/2006/relationships/slideLayout" Target="../slideLayouts/slideLayout9.xml"/><Relationship Id="rId2" Type="http://schemas.openxmlformats.org/officeDocument/2006/relationships/slideLayout" Target="../slideLayouts/slideLayout8.xml"/><Relationship Id="rId16" Type="http://schemas.openxmlformats.org/officeDocument/2006/relationships/theme" Target="../theme/theme2.xml"/><Relationship Id="rId15" Type="http://schemas.openxmlformats.org/officeDocument/2006/relationships/tags" Target="../tags/tag2.xml"/><Relationship Id="rId14" Type="http://schemas.openxmlformats.org/officeDocument/2006/relationships/image" Target="../media/image14.svg"/><Relationship Id="rId13" Type="http://schemas.openxmlformats.org/officeDocument/2006/relationships/image" Target="../media/image13.png"/><Relationship Id="rId12" Type="http://schemas.openxmlformats.org/officeDocument/2006/relationships/image" Target="../media/image12.svg"/><Relationship Id="rId11" Type="http://schemas.openxmlformats.org/officeDocument/2006/relationships/image" Target="../media/image11.png"/><Relationship Id="rId10" Type="http://schemas.openxmlformats.org/officeDocument/2006/relationships/image" Target="../media/image10.svg"/><Relationship Id="rId1" Type="http://schemas.openxmlformats.org/officeDocument/2006/relationships/slideLayout" Target="../slideLayouts/slideLayout7.xml"/></Relationships>
</file>

<file path=ppt/slideMasters/_rels/slideMaster3.xml.rels><?xml version="1.0" encoding="UTF-8" standalone="yes"?>
<Relationships xmlns="http://schemas.openxmlformats.org/package/2006/relationships"><Relationship Id="rId9" Type="http://schemas.openxmlformats.org/officeDocument/2006/relationships/image" Target="../media/image9.png"/><Relationship Id="rId8" Type="http://schemas.microsoft.com/office/2007/relationships/hdphoto" Target="../media/image8.wdp"/><Relationship Id="rId7" Type="http://schemas.openxmlformats.org/officeDocument/2006/relationships/image" Target="../media/image7.png"/><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 Id="rId3" Type="http://schemas.openxmlformats.org/officeDocument/2006/relationships/slideLayout" Target="../slideLayouts/slideLayout15.xml"/><Relationship Id="rId2" Type="http://schemas.openxmlformats.org/officeDocument/2006/relationships/slideLayout" Target="../slideLayouts/slideLayout14.xml"/><Relationship Id="rId16" Type="http://schemas.openxmlformats.org/officeDocument/2006/relationships/theme" Target="../theme/theme3.xml"/><Relationship Id="rId15" Type="http://schemas.openxmlformats.org/officeDocument/2006/relationships/tags" Target="../tags/tag3.xml"/><Relationship Id="rId14" Type="http://schemas.openxmlformats.org/officeDocument/2006/relationships/image" Target="../media/image17.svg"/><Relationship Id="rId13" Type="http://schemas.openxmlformats.org/officeDocument/2006/relationships/image" Target="../media/image13.png"/><Relationship Id="rId12" Type="http://schemas.openxmlformats.org/officeDocument/2006/relationships/image" Target="../media/image16.svg"/><Relationship Id="rId11" Type="http://schemas.openxmlformats.org/officeDocument/2006/relationships/image" Target="../media/image11.png"/><Relationship Id="rId10" Type="http://schemas.openxmlformats.org/officeDocument/2006/relationships/image" Target="../media/image15.svg"/><Relationship Id="rId1" Type="http://schemas.openxmlformats.org/officeDocument/2006/relationships/slideLayout" Target="../slideLayouts/slideLayout13.xml"/></Relationships>
</file>

<file path=ppt/slideMasters/_rels/slideMaster4.xml.rels><?xml version="1.0" encoding="UTF-8" standalone="yes"?>
<Relationships xmlns="http://schemas.openxmlformats.org/package/2006/relationships"><Relationship Id="rId9" Type="http://schemas.openxmlformats.org/officeDocument/2006/relationships/image" Target="../media/image9.png"/><Relationship Id="rId8" Type="http://schemas.microsoft.com/office/2007/relationships/hdphoto" Target="../media/image8.wdp"/><Relationship Id="rId7" Type="http://schemas.openxmlformats.org/officeDocument/2006/relationships/image" Target="../media/image7.png"/><Relationship Id="rId6" Type="http://schemas.openxmlformats.org/officeDocument/2006/relationships/slideLayout" Target="../slideLayouts/slideLayout24.xml"/><Relationship Id="rId5" Type="http://schemas.openxmlformats.org/officeDocument/2006/relationships/slideLayout" Target="../slideLayouts/slideLayout23.xml"/><Relationship Id="rId4" Type="http://schemas.openxmlformats.org/officeDocument/2006/relationships/slideLayout" Target="../slideLayouts/slideLayout22.xml"/><Relationship Id="rId3" Type="http://schemas.openxmlformats.org/officeDocument/2006/relationships/slideLayout" Target="../slideLayouts/slideLayout21.xml"/><Relationship Id="rId2" Type="http://schemas.openxmlformats.org/officeDocument/2006/relationships/slideLayout" Target="../slideLayouts/slideLayout20.xml"/><Relationship Id="rId16" Type="http://schemas.openxmlformats.org/officeDocument/2006/relationships/theme" Target="../theme/theme4.xml"/><Relationship Id="rId15" Type="http://schemas.openxmlformats.org/officeDocument/2006/relationships/tags" Target="../tags/tag4.xml"/><Relationship Id="rId14" Type="http://schemas.openxmlformats.org/officeDocument/2006/relationships/image" Target="../media/image20.svg"/><Relationship Id="rId13" Type="http://schemas.openxmlformats.org/officeDocument/2006/relationships/image" Target="../media/image13.png"/><Relationship Id="rId12" Type="http://schemas.openxmlformats.org/officeDocument/2006/relationships/image" Target="../media/image19.svg"/><Relationship Id="rId11" Type="http://schemas.openxmlformats.org/officeDocument/2006/relationships/image" Target="../media/image11.png"/><Relationship Id="rId10" Type="http://schemas.openxmlformats.org/officeDocument/2006/relationships/image" Target="../media/image18.svg"/><Relationship Id="rId1" Type="http://schemas.openxmlformats.org/officeDocument/2006/relationships/slideLayout" Target="../slideLayouts/slideLayout19.xml"/></Relationships>
</file>

<file path=ppt/slideMasters/_rels/slideMaster5.xml.rels><?xml version="1.0" encoding="UTF-8" standalone="yes"?>
<Relationships xmlns="http://schemas.openxmlformats.org/package/2006/relationships"><Relationship Id="rId9" Type="http://schemas.openxmlformats.org/officeDocument/2006/relationships/image" Target="../media/image9.png"/><Relationship Id="rId8" Type="http://schemas.microsoft.com/office/2007/relationships/hdphoto" Target="../media/image8.wdp"/><Relationship Id="rId7" Type="http://schemas.openxmlformats.org/officeDocument/2006/relationships/image" Target="../media/image7.png"/><Relationship Id="rId6" Type="http://schemas.openxmlformats.org/officeDocument/2006/relationships/slideLayout" Target="../slideLayouts/slideLayout30.xml"/><Relationship Id="rId5" Type="http://schemas.openxmlformats.org/officeDocument/2006/relationships/slideLayout" Target="../slideLayouts/slideLayout29.xml"/><Relationship Id="rId4" Type="http://schemas.openxmlformats.org/officeDocument/2006/relationships/slideLayout" Target="../slideLayouts/slideLayout28.xml"/><Relationship Id="rId3" Type="http://schemas.openxmlformats.org/officeDocument/2006/relationships/slideLayout" Target="../slideLayouts/slideLayout27.xml"/><Relationship Id="rId2" Type="http://schemas.openxmlformats.org/officeDocument/2006/relationships/slideLayout" Target="../slideLayouts/slideLayout26.xml"/><Relationship Id="rId16" Type="http://schemas.openxmlformats.org/officeDocument/2006/relationships/theme" Target="../theme/theme5.xml"/><Relationship Id="rId15" Type="http://schemas.openxmlformats.org/officeDocument/2006/relationships/tags" Target="../tags/tag5.xml"/><Relationship Id="rId14" Type="http://schemas.openxmlformats.org/officeDocument/2006/relationships/image" Target="../media/image23.svg"/><Relationship Id="rId13" Type="http://schemas.openxmlformats.org/officeDocument/2006/relationships/image" Target="../media/image13.png"/><Relationship Id="rId12" Type="http://schemas.openxmlformats.org/officeDocument/2006/relationships/image" Target="../media/image22.svg"/><Relationship Id="rId11" Type="http://schemas.openxmlformats.org/officeDocument/2006/relationships/image" Target="../media/image11.png"/><Relationship Id="rId10" Type="http://schemas.openxmlformats.org/officeDocument/2006/relationships/image" Target="../media/image21.svg"/><Relationship Id="rId1" Type="http://schemas.openxmlformats.org/officeDocument/2006/relationships/slideLayout" Target="../slideLayouts/slideLayout25.xml"/></Relationships>
</file>

<file path=ppt/slideMasters/_rels/slideMaster6.xml.rels><?xml version="1.0" encoding="UTF-8" standalone="yes"?>
<Relationships xmlns="http://schemas.openxmlformats.org/package/2006/relationships"><Relationship Id="rId9" Type="http://schemas.openxmlformats.org/officeDocument/2006/relationships/image" Target="../media/image9.png"/><Relationship Id="rId8" Type="http://schemas.microsoft.com/office/2007/relationships/hdphoto" Target="../media/image8.wdp"/><Relationship Id="rId7" Type="http://schemas.openxmlformats.org/officeDocument/2006/relationships/image" Target="../media/image7.png"/><Relationship Id="rId6" Type="http://schemas.openxmlformats.org/officeDocument/2006/relationships/slideLayout" Target="../slideLayouts/slideLayout36.xml"/><Relationship Id="rId5" Type="http://schemas.openxmlformats.org/officeDocument/2006/relationships/slideLayout" Target="../slideLayouts/slideLayout35.xml"/><Relationship Id="rId4" Type="http://schemas.openxmlformats.org/officeDocument/2006/relationships/slideLayout" Target="../slideLayouts/slideLayout34.xml"/><Relationship Id="rId3" Type="http://schemas.openxmlformats.org/officeDocument/2006/relationships/slideLayout" Target="../slideLayouts/slideLayout33.xml"/><Relationship Id="rId2" Type="http://schemas.openxmlformats.org/officeDocument/2006/relationships/slideLayout" Target="../slideLayouts/slideLayout32.xml"/><Relationship Id="rId16" Type="http://schemas.openxmlformats.org/officeDocument/2006/relationships/theme" Target="../theme/theme6.xml"/><Relationship Id="rId15" Type="http://schemas.openxmlformats.org/officeDocument/2006/relationships/tags" Target="../tags/tag6.xml"/><Relationship Id="rId14" Type="http://schemas.openxmlformats.org/officeDocument/2006/relationships/image" Target="../media/image26.svg"/><Relationship Id="rId13" Type="http://schemas.openxmlformats.org/officeDocument/2006/relationships/image" Target="../media/image13.png"/><Relationship Id="rId12" Type="http://schemas.openxmlformats.org/officeDocument/2006/relationships/image" Target="../media/image25.svg"/><Relationship Id="rId11" Type="http://schemas.openxmlformats.org/officeDocument/2006/relationships/image" Target="../media/image11.png"/><Relationship Id="rId10" Type="http://schemas.openxmlformats.org/officeDocument/2006/relationships/image" Target="../media/image24.svg"/><Relationship Id="rId1" Type="http://schemas.openxmlformats.org/officeDocument/2006/relationships/slideLayout" Target="../slideLayouts/slideLayout31.xml"/></Relationships>
</file>

<file path=ppt/slideMasters/_rels/slideMaster7.xml.rels><?xml version="1.0" encoding="UTF-8" standalone="yes"?>
<Relationships xmlns="http://schemas.openxmlformats.org/package/2006/relationships"><Relationship Id="rId9" Type="http://schemas.openxmlformats.org/officeDocument/2006/relationships/image" Target="../media/image9.png"/><Relationship Id="rId8" Type="http://schemas.microsoft.com/office/2007/relationships/hdphoto" Target="../media/image8.wdp"/><Relationship Id="rId7" Type="http://schemas.openxmlformats.org/officeDocument/2006/relationships/image" Target="../media/image7.png"/><Relationship Id="rId6" Type="http://schemas.openxmlformats.org/officeDocument/2006/relationships/slideLayout" Target="../slideLayouts/slideLayout42.xml"/><Relationship Id="rId5" Type="http://schemas.openxmlformats.org/officeDocument/2006/relationships/slideLayout" Target="../slideLayouts/slideLayout41.xml"/><Relationship Id="rId4" Type="http://schemas.openxmlformats.org/officeDocument/2006/relationships/slideLayout" Target="../slideLayouts/slideLayout40.xml"/><Relationship Id="rId3" Type="http://schemas.openxmlformats.org/officeDocument/2006/relationships/slideLayout" Target="../slideLayouts/slideLayout39.xml"/><Relationship Id="rId2" Type="http://schemas.openxmlformats.org/officeDocument/2006/relationships/slideLayout" Target="../slideLayouts/slideLayout38.xml"/><Relationship Id="rId16" Type="http://schemas.openxmlformats.org/officeDocument/2006/relationships/theme" Target="../theme/theme7.xml"/><Relationship Id="rId15" Type="http://schemas.openxmlformats.org/officeDocument/2006/relationships/tags" Target="../tags/tag7.xml"/><Relationship Id="rId14" Type="http://schemas.openxmlformats.org/officeDocument/2006/relationships/image" Target="../media/image14.svg"/><Relationship Id="rId13" Type="http://schemas.openxmlformats.org/officeDocument/2006/relationships/image" Target="../media/image13.png"/><Relationship Id="rId12" Type="http://schemas.openxmlformats.org/officeDocument/2006/relationships/image" Target="../media/image12.svg"/><Relationship Id="rId11" Type="http://schemas.openxmlformats.org/officeDocument/2006/relationships/image" Target="../media/image11.png"/><Relationship Id="rId10" Type="http://schemas.openxmlformats.org/officeDocument/2006/relationships/image" Target="../media/image10.svg"/><Relationship Id="rId1" Type="http://schemas.openxmlformats.org/officeDocument/2006/relationships/slideLayout" Target="../slideLayouts/slideLayout37.xml"/></Relationships>
</file>

<file path=ppt/slideMasters/_rels/slideMaster8.xml.rels><?xml version="1.0" encoding="UTF-8" standalone="yes"?>
<Relationships xmlns="http://schemas.openxmlformats.org/package/2006/relationships"><Relationship Id="rId9" Type="http://schemas.openxmlformats.org/officeDocument/2006/relationships/image" Target="../media/image9.png"/><Relationship Id="rId8" Type="http://schemas.microsoft.com/office/2007/relationships/hdphoto" Target="../media/image8.wdp"/><Relationship Id="rId7" Type="http://schemas.openxmlformats.org/officeDocument/2006/relationships/image" Target="../media/image7.png"/><Relationship Id="rId6" Type="http://schemas.openxmlformats.org/officeDocument/2006/relationships/slideLayout" Target="../slideLayouts/slideLayout48.xml"/><Relationship Id="rId5" Type="http://schemas.openxmlformats.org/officeDocument/2006/relationships/slideLayout" Target="../slideLayouts/slideLayout47.xml"/><Relationship Id="rId4" Type="http://schemas.openxmlformats.org/officeDocument/2006/relationships/slideLayout" Target="../slideLayouts/slideLayout46.xml"/><Relationship Id="rId3" Type="http://schemas.openxmlformats.org/officeDocument/2006/relationships/slideLayout" Target="../slideLayouts/slideLayout45.xml"/><Relationship Id="rId2" Type="http://schemas.openxmlformats.org/officeDocument/2006/relationships/slideLayout" Target="../slideLayouts/slideLayout44.xml"/><Relationship Id="rId16" Type="http://schemas.openxmlformats.org/officeDocument/2006/relationships/theme" Target="../theme/theme8.xml"/><Relationship Id="rId15" Type="http://schemas.openxmlformats.org/officeDocument/2006/relationships/tags" Target="../tags/tag8.xml"/><Relationship Id="rId14" Type="http://schemas.openxmlformats.org/officeDocument/2006/relationships/image" Target="../media/image17.svg"/><Relationship Id="rId13" Type="http://schemas.openxmlformats.org/officeDocument/2006/relationships/image" Target="../media/image13.png"/><Relationship Id="rId12" Type="http://schemas.openxmlformats.org/officeDocument/2006/relationships/image" Target="../media/image16.svg"/><Relationship Id="rId11" Type="http://schemas.openxmlformats.org/officeDocument/2006/relationships/image" Target="../media/image11.png"/><Relationship Id="rId10" Type="http://schemas.openxmlformats.org/officeDocument/2006/relationships/image" Target="../media/image15.svg"/><Relationship Id="rId1" Type="http://schemas.openxmlformats.org/officeDocument/2006/relationships/slideLayout" Target="../slideLayouts/slideLayout43.xml"/></Relationships>
</file>

<file path=ppt/slideMasters/_rels/slideMaster9.xml.rels><?xml version="1.0" encoding="UTF-8" standalone="yes"?>
<Relationships xmlns="http://schemas.openxmlformats.org/package/2006/relationships"><Relationship Id="rId9" Type="http://schemas.openxmlformats.org/officeDocument/2006/relationships/image" Target="../media/image9.png"/><Relationship Id="rId8" Type="http://schemas.microsoft.com/office/2007/relationships/hdphoto" Target="../media/image8.wdp"/><Relationship Id="rId7" Type="http://schemas.openxmlformats.org/officeDocument/2006/relationships/image" Target="../media/image7.png"/><Relationship Id="rId6" Type="http://schemas.openxmlformats.org/officeDocument/2006/relationships/slideLayout" Target="../slideLayouts/slideLayout54.xml"/><Relationship Id="rId5" Type="http://schemas.openxmlformats.org/officeDocument/2006/relationships/slideLayout" Target="../slideLayouts/slideLayout53.xml"/><Relationship Id="rId4" Type="http://schemas.openxmlformats.org/officeDocument/2006/relationships/slideLayout" Target="../slideLayouts/slideLayout52.xml"/><Relationship Id="rId3" Type="http://schemas.openxmlformats.org/officeDocument/2006/relationships/slideLayout" Target="../slideLayouts/slideLayout51.xml"/><Relationship Id="rId2" Type="http://schemas.openxmlformats.org/officeDocument/2006/relationships/slideLayout" Target="../slideLayouts/slideLayout50.xml"/><Relationship Id="rId16" Type="http://schemas.openxmlformats.org/officeDocument/2006/relationships/theme" Target="../theme/theme9.xml"/><Relationship Id="rId15" Type="http://schemas.openxmlformats.org/officeDocument/2006/relationships/tags" Target="../tags/tag9.xml"/><Relationship Id="rId14" Type="http://schemas.openxmlformats.org/officeDocument/2006/relationships/image" Target="../media/image14.svg"/><Relationship Id="rId13" Type="http://schemas.openxmlformats.org/officeDocument/2006/relationships/image" Target="../media/image13.png"/><Relationship Id="rId12" Type="http://schemas.openxmlformats.org/officeDocument/2006/relationships/image" Target="../media/image12.svg"/><Relationship Id="rId11" Type="http://schemas.openxmlformats.org/officeDocument/2006/relationships/image" Target="../media/image11.png"/><Relationship Id="rId10" Type="http://schemas.openxmlformats.org/officeDocument/2006/relationships/image" Target="../media/image10.svg"/><Relationship Id="rId1" Type="http://schemas.openxmlformats.org/officeDocument/2006/relationships/slideLayout" Target="../slideLayouts/slideLayout49.xml"/></Relationships>
</file>

<file path=ppt/slideMasters/_rels/slideMaster10.xml.rels><?xml version="1.0" encoding="UTF-8" standalone="yes"?>
<Relationships xmlns="http://schemas.openxmlformats.org/package/2006/relationships"><Relationship Id="rId9" Type="http://schemas.openxmlformats.org/officeDocument/2006/relationships/image" Target="../media/image9.png"/><Relationship Id="rId8" Type="http://schemas.microsoft.com/office/2007/relationships/hdphoto" Target="../media/image8.wdp"/><Relationship Id="rId7" Type="http://schemas.openxmlformats.org/officeDocument/2006/relationships/image" Target="../media/image7.png"/><Relationship Id="rId6" Type="http://schemas.openxmlformats.org/officeDocument/2006/relationships/slideLayout" Target="../slideLayouts/slideLayout60.xml"/><Relationship Id="rId5" Type="http://schemas.openxmlformats.org/officeDocument/2006/relationships/slideLayout" Target="../slideLayouts/slideLayout59.xml"/><Relationship Id="rId4" Type="http://schemas.openxmlformats.org/officeDocument/2006/relationships/slideLayout" Target="../slideLayouts/slideLayout58.xml"/><Relationship Id="rId3" Type="http://schemas.openxmlformats.org/officeDocument/2006/relationships/slideLayout" Target="../slideLayouts/slideLayout57.xml"/><Relationship Id="rId2" Type="http://schemas.openxmlformats.org/officeDocument/2006/relationships/slideLayout" Target="../slideLayouts/slideLayout56.xml"/><Relationship Id="rId16" Type="http://schemas.openxmlformats.org/officeDocument/2006/relationships/theme" Target="../theme/theme10.xml"/><Relationship Id="rId15" Type="http://schemas.openxmlformats.org/officeDocument/2006/relationships/tags" Target="../tags/tag10.xml"/><Relationship Id="rId14" Type="http://schemas.openxmlformats.org/officeDocument/2006/relationships/image" Target="../media/image17.svg"/><Relationship Id="rId13" Type="http://schemas.openxmlformats.org/officeDocument/2006/relationships/image" Target="../media/image13.png"/><Relationship Id="rId12" Type="http://schemas.openxmlformats.org/officeDocument/2006/relationships/image" Target="../media/image16.svg"/><Relationship Id="rId11" Type="http://schemas.openxmlformats.org/officeDocument/2006/relationships/image" Target="../media/image11.png"/><Relationship Id="rId10" Type="http://schemas.openxmlformats.org/officeDocument/2006/relationships/image" Target="../media/image15.svg"/><Relationship Id="rId1" Type="http://schemas.openxmlformats.org/officeDocument/2006/relationships/slideLayout" Target="../slideLayouts/slideLayout55.xml"/></Relationships>
</file>

<file path=ppt/slideMasters/_rels/slideMaster11.xml.rels><?xml version="1.0" encoding="UTF-8" standalone="yes"?>
<Relationships xmlns="http://schemas.openxmlformats.org/package/2006/relationships"><Relationship Id="rId9" Type="http://schemas.openxmlformats.org/officeDocument/2006/relationships/image" Target="../media/image9.png"/><Relationship Id="rId8" Type="http://schemas.microsoft.com/office/2007/relationships/hdphoto" Target="../media/image8.wdp"/><Relationship Id="rId7" Type="http://schemas.openxmlformats.org/officeDocument/2006/relationships/image" Target="../media/image7.png"/><Relationship Id="rId6" Type="http://schemas.openxmlformats.org/officeDocument/2006/relationships/slideLayout" Target="../slideLayouts/slideLayout66.xml"/><Relationship Id="rId5" Type="http://schemas.openxmlformats.org/officeDocument/2006/relationships/slideLayout" Target="../slideLayouts/slideLayout65.xml"/><Relationship Id="rId4" Type="http://schemas.openxmlformats.org/officeDocument/2006/relationships/slideLayout" Target="../slideLayouts/slideLayout64.xml"/><Relationship Id="rId3" Type="http://schemas.openxmlformats.org/officeDocument/2006/relationships/slideLayout" Target="../slideLayouts/slideLayout63.xml"/><Relationship Id="rId2" Type="http://schemas.openxmlformats.org/officeDocument/2006/relationships/slideLayout" Target="../slideLayouts/slideLayout62.xml"/><Relationship Id="rId16" Type="http://schemas.openxmlformats.org/officeDocument/2006/relationships/theme" Target="../theme/theme11.xml"/><Relationship Id="rId15" Type="http://schemas.openxmlformats.org/officeDocument/2006/relationships/tags" Target="../tags/tag11.xml"/><Relationship Id="rId14" Type="http://schemas.openxmlformats.org/officeDocument/2006/relationships/image" Target="../media/image14.svg"/><Relationship Id="rId13" Type="http://schemas.openxmlformats.org/officeDocument/2006/relationships/image" Target="../media/image13.png"/><Relationship Id="rId12" Type="http://schemas.openxmlformats.org/officeDocument/2006/relationships/image" Target="../media/image12.svg"/><Relationship Id="rId11" Type="http://schemas.openxmlformats.org/officeDocument/2006/relationships/image" Target="../media/image11.png"/><Relationship Id="rId10" Type="http://schemas.openxmlformats.org/officeDocument/2006/relationships/image" Target="../media/image10.svg"/><Relationship Id="rId1" Type="http://schemas.openxmlformats.org/officeDocument/2006/relationships/slideLayout" Target="../slideLayouts/slideLayout6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47850"/>
            <a:ext cx="10515600" cy="4351338"/>
          </a:xfrm>
          <a:prstGeom prst="rect">
            <a:avLst/>
          </a:prstGeom>
        </p:spPr>
        <p:txBody>
          <a:bodyPr vert="horz" lIns="91440" tIns="45720" rIns="91440" bIns="45720" rtlCol="0">
            <a:normAutofit/>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p:txBody>
      </p:sp>
      <p:pic>
        <p:nvPicPr>
          <p:cNvPr id="12" name="Picture 11" descr="Text, logo&#10;&#10;Description automatically generated"/>
          <p:cNvPicPr>
            <a:picLocks noChangeAspect="1"/>
          </p:cNvPicPr>
          <p:nvPr userDrawn="1"/>
        </p:nvPicPr>
        <p:blipFill rotWithShape="1">
          <a:blip r:embed="rId7">
            <a:alphaModFix amt="5000"/>
            <a:extLst>
              <a:ext uri="{BEBA8EAE-BF5A-486C-A8C5-ECC9F3942E4B}">
                <a14:imgProps xmlns:a14="http://schemas.microsoft.com/office/drawing/2010/main">
                  <a14:imgLayer r:embed="rId8">
                    <a14:imgEffect>
                      <a14:brightnessContrast contrast="-77000"/>
                    </a14:imgEffect>
                    <a14:imgEffect>
                      <a14:saturation sat="155000"/>
                    </a14:imgEffect>
                  </a14:imgLayer>
                </a14:imgProps>
              </a:ext>
            </a:extLst>
          </a:blip>
          <a:srcRect l="-1923" r="70315"/>
          <a:stretch>
            <a:fillRect/>
          </a:stretch>
        </p:blipFill>
        <p:spPr>
          <a:xfrm>
            <a:off x="3345127" y="1418811"/>
            <a:ext cx="5501746" cy="4826130"/>
          </a:xfrm>
          <a:prstGeom prst="rect">
            <a:avLst/>
          </a:prstGeom>
        </p:spPr>
      </p:pic>
      <p:sp>
        <p:nvSpPr>
          <p:cNvPr id="4" name="Rectangle 3"/>
          <p:cNvSpPr/>
          <p:nvPr userDrawn="1"/>
        </p:nvSpPr>
        <p:spPr>
          <a:xfrm>
            <a:off x="12625444" y="2728308"/>
            <a:ext cx="1235879" cy="1235878"/>
          </a:xfrm>
          <a:prstGeom prst="rect">
            <a:avLst/>
          </a:prstGeom>
          <a:solidFill>
            <a:srgbClr val="BE95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#BE95FF</a:t>
            </a:r>
            <a:endParaRPr lang="en-US" dirty="0">
              <a:solidFill>
                <a:srgbClr val="262626"/>
              </a:solidFill>
              <a:latin typeface="IBM Plex Sans" panose="020B0503050203000203" pitchFamily="34" charset="0"/>
            </a:endParaRPr>
          </a:p>
        </p:txBody>
      </p:sp>
      <p:sp>
        <p:nvSpPr>
          <p:cNvPr id="5" name="Rectangle 4"/>
          <p:cNvSpPr/>
          <p:nvPr userDrawn="1"/>
        </p:nvSpPr>
        <p:spPr>
          <a:xfrm>
            <a:off x="18071881" y="2728308"/>
            <a:ext cx="1235879" cy="1235878"/>
          </a:xfrm>
          <a:prstGeom prst="rect">
            <a:avLst/>
          </a:prstGeom>
          <a:solidFill>
            <a:srgbClr val="33B1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#33B1FF</a:t>
            </a:r>
            <a:endParaRPr lang="en-US" dirty="0">
              <a:solidFill>
                <a:srgbClr val="262626"/>
              </a:solidFill>
              <a:latin typeface="IBM Plex Sans" panose="020B0503050203000203" pitchFamily="34" charset="0"/>
            </a:endParaRPr>
          </a:p>
        </p:txBody>
      </p:sp>
      <p:sp>
        <p:nvSpPr>
          <p:cNvPr id="6" name="Rectangle 5"/>
          <p:cNvSpPr/>
          <p:nvPr userDrawn="1"/>
        </p:nvSpPr>
        <p:spPr>
          <a:xfrm>
            <a:off x="14440923" y="2728308"/>
            <a:ext cx="1235879" cy="1235878"/>
          </a:xfrm>
          <a:prstGeom prst="rect">
            <a:avLst/>
          </a:prstGeom>
          <a:solidFill>
            <a:srgbClr val="FF7EB6"/>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#FF7EB6</a:t>
            </a:r>
            <a:endParaRPr lang="en-US" dirty="0">
              <a:solidFill>
                <a:srgbClr val="262626"/>
              </a:solidFill>
              <a:latin typeface="IBM Plex Sans" panose="020B0503050203000203" pitchFamily="34" charset="0"/>
            </a:endParaRPr>
          </a:p>
        </p:txBody>
      </p:sp>
      <p:sp>
        <p:nvSpPr>
          <p:cNvPr id="9" name="Rectangle 8"/>
          <p:cNvSpPr/>
          <p:nvPr userDrawn="1"/>
        </p:nvSpPr>
        <p:spPr>
          <a:xfrm>
            <a:off x="16256402" y="2728308"/>
            <a:ext cx="1235879" cy="1235878"/>
          </a:xfrm>
          <a:prstGeom prst="rect">
            <a:avLst/>
          </a:prstGeom>
          <a:solidFill>
            <a:srgbClr val="08BDBA"/>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#08BDBA</a:t>
            </a:r>
            <a:endParaRPr lang="en-US" dirty="0">
              <a:solidFill>
                <a:srgbClr val="262626"/>
              </a:solidFill>
              <a:latin typeface="IBM Plex Sans" panose="020B0503050203000203" pitchFamily="34" charset="0"/>
            </a:endParaRPr>
          </a:p>
        </p:txBody>
      </p:sp>
      <p:sp>
        <p:nvSpPr>
          <p:cNvPr id="10" name="TextBox 9"/>
          <p:cNvSpPr txBox="1"/>
          <p:nvPr userDrawn="1"/>
        </p:nvSpPr>
        <p:spPr>
          <a:xfrm>
            <a:off x="12602453" y="3912427"/>
            <a:ext cx="1237839" cy="369332"/>
          </a:xfrm>
          <a:prstGeom prst="rect">
            <a:avLst/>
          </a:prstGeom>
          <a:noFill/>
        </p:spPr>
        <p:txBody>
          <a:bodyPr wrap="none" rtlCol="0">
            <a:spAutoFit/>
          </a:bodyPr>
          <a:lstStyle/>
          <a:p>
            <a:r>
              <a:rPr lang="en-US" b="1" i="0" dirty="0">
                <a:solidFill>
                  <a:srgbClr val="FFFFFF"/>
                </a:solidFill>
                <a:effectLst/>
              </a:rPr>
              <a:t>Purple 40</a:t>
            </a:r>
            <a:endParaRPr lang="en-US" b="1" dirty="0">
              <a:solidFill>
                <a:srgbClr val="FFFFFF"/>
              </a:solidFill>
            </a:endParaRPr>
          </a:p>
        </p:txBody>
      </p:sp>
      <p:sp>
        <p:nvSpPr>
          <p:cNvPr id="13" name="TextBox 12"/>
          <p:cNvSpPr txBox="1"/>
          <p:nvPr userDrawn="1"/>
        </p:nvSpPr>
        <p:spPr>
          <a:xfrm>
            <a:off x="14334144" y="3912427"/>
            <a:ext cx="1449436" cy="369332"/>
          </a:xfrm>
          <a:prstGeom prst="rect">
            <a:avLst/>
          </a:prstGeom>
          <a:noFill/>
        </p:spPr>
        <p:txBody>
          <a:bodyPr wrap="none" rtlCol="0">
            <a:spAutoFit/>
          </a:bodyPr>
          <a:lstStyle/>
          <a:p>
            <a:r>
              <a:rPr lang="en-US" b="1" dirty="0">
                <a:solidFill>
                  <a:srgbClr val="FFFFFF"/>
                </a:solidFill>
              </a:rPr>
              <a:t>Magenta</a:t>
            </a:r>
            <a:r>
              <a:rPr lang="en-US" b="1" i="0" dirty="0">
                <a:solidFill>
                  <a:srgbClr val="FFFFFF"/>
                </a:solidFill>
                <a:effectLst/>
              </a:rPr>
              <a:t> 40</a:t>
            </a:r>
            <a:endParaRPr lang="en-US" b="1" dirty="0">
              <a:solidFill>
                <a:srgbClr val="FFFFFF"/>
              </a:solidFill>
            </a:endParaRPr>
          </a:p>
        </p:txBody>
      </p:sp>
      <p:sp>
        <p:nvSpPr>
          <p:cNvPr id="14" name="TextBox 13"/>
          <p:cNvSpPr txBox="1"/>
          <p:nvPr userDrawn="1"/>
        </p:nvSpPr>
        <p:spPr>
          <a:xfrm>
            <a:off x="16404771" y="3912427"/>
            <a:ext cx="966355" cy="369332"/>
          </a:xfrm>
          <a:prstGeom prst="rect">
            <a:avLst/>
          </a:prstGeom>
          <a:noFill/>
        </p:spPr>
        <p:txBody>
          <a:bodyPr wrap="none" rtlCol="0">
            <a:spAutoFit/>
          </a:bodyPr>
          <a:lstStyle/>
          <a:p>
            <a:r>
              <a:rPr lang="en-US" b="1" dirty="0">
                <a:solidFill>
                  <a:srgbClr val="FFFFFF"/>
                </a:solidFill>
              </a:rPr>
              <a:t>Teal</a:t>
            </a:r>
            <a:r>
              <a:rPr lang="en-US" b="1" i="0" dirty="0">
                <a:solidFill>
                  <a:srgbClr val="FFFFFF"/>
                </a:solidFill>
                <a:effectLst/>
              </a:rPr>
              <a:t> 40</a:t>
            </a:r>
            <a:endParaRPr lang="en-US" b="1" dirty="0">
              <a:solidFill>
                <a:srgbClr val="FFFFFF"/>
              </a:solidFill>
            </a:endParaRPr>
          </a:p>
        </p:txBody>
      </p:sp>
      <p:sp>
        <p:nvSpPr>
          <p:cNvPr id="15" name="TextBox 14"/>
          <p:cNvSpPr txBox="1"/>
          <p:nvPr userDrawn="1"/>
        </p:nvSpPr>
        <p:spPr>
          <a:xfrm>
            <a:off x="18206642" y="3912427"/>
            <a:ext cx="1055097" cy="369332"/>
          </a:xfrm>
          <a:prstGeom prst="rect">
            <a:avLst/>
          </a:prstGeom>
          <a:noFill/>
        </p:spPr>
        <p:txBody>
          <a:bodyPr wrap="none" rtlCol="0">
            <a:spAutoFit/>
          </a:bodyPr>
          <a:lstStyle/>
          <a:p>
            <a:r>
              <a:rPr lang="en-US" b="1" dirty="0">
                <a:solidFill>
                  <a:srgbClr val="FFFFFF"/>
                </a:solidFill>
              </a:rPr>
              <a:t>Cyan</a:t>
            </a:r>
            <a:r>
              <a:rPr lang="en-US" b="1" i="0" dirty="0">
                <a:solidFill>
                  <a:srgbClr val="FFFFFF"/>
                </a:solidFill>
                <a:effectLst/>
              </a:rPr>
              <a:t> 40</a:t>
            </a:r>
            <a:endParaRPr lang="en-US" b="1" dirty="0">
              <a:solidFill>
                <a:srgbClr val="FFFFFF"/>
              </a:solidFill>
            </a:endParaRPr>
          </a:p>
        </p:txBody>
      </p:sp>
      <p:sp>
        <p:nvSpPr>
          <p:cNvPr id="16" name="Rectangle 15"/>
          <p:cNvSpPr/>
          <p:nvPr userDrawn="1"/>
        </p:nvSpPr>
        <p:spPr>
          <a:xfrm>
            <a:off x="12625444" y="4418033"/>
            <a:ext cx="1235879" cy="1235878"/>
          </a:xfrm>
          <a:prstGeom prst="rect">
            <a:avLst/>
          </a:prstGeom>
          <a:solidFill>
            <a:srgbClr val="8A3FFC"/>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latin typeface="IBM Plex Sans" panose="020B0503050203000203" pitchFamily="34" charset="0"/>
              </a:rPr>
              <a:t>#8A3FFC</a:t>
            </a:r>
            <a:endParaRPr lang="en-US" dirty="0">
              <a:solidFill>
                <a:schemeClr val="bg2"/>
              </a:solidFill>
              <a:latin typeface="IBM Plex Sans" panose="020B0503050203000203" pitchFamily="34" charset="0"/>
            </a:endParaRPr>
          </a:p>
        </p:txBody>
      </p:sp>
      <p:sp>
        <p:nvSpPr>
          <p:cNvPr id="17" name="Rectangle 16"/>
          <p:cNvSpPr/>
          <p:nvPr userDrawn="1"/>
        </p:nvSpPr>
        <p:spPr>
          <a:xfrm>
            <a:off x="18071881" y="4418033"/>
            <a:ext cx="1235879" cy="1235878"/>
          </a:xfrm>
          <a:prstGeom prst="rect">
            <a:avLst/>
          </a:prstGeom>
          <a:solidFill>
            <a:srgbClr val="0072C3"/>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latin typeface="IBM Plex Sans" panose="020B0503050203000203" pitchFamily="34" charset="0"/>
              </a:rPr>
              <a:t>#0072C3</a:t>
            </a:r>
            <a:endParaRPr lang="en-US" dirty="0">
              <a:solidFill>
                <a:schemeClr val="bg2"/>
              </a:solidFill>
              <a:latin typeface="IBM Plex Sans" panose="020B0503050203000203" pitchFamily="34" charset="0"/>
            </a:endParaRPr>
          </a:p>
        </p:txBody>
      </p:sp>
      <p:sp>
        <p:nvSpPr>
          <p:cNvPr id="18" name="Rectangle 17"/>
          <p:cNvSpPr/>
          <p:nvPr userDrawn="1"/>
        </p:nvSpPr>
        <p:spPr>
          <a:xfrm>
            <a:off x="14440923" y="4418033"/>
            <a:ext cx="1235879" cy="1235878"/>
          </a:xfrm>
          <a:prstGeom prst="rect">
            <a:avLst/>
          </a:prstGeom>
          <a:solidFill>
            <a:srgbClr val="D02670"/>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latin typeface="IBM Plex Sans" panose="020B0503050203000203" pitchFamily="34" charset="0"/>
              </a:rPr>
              <a:t>#D02670</a:t>
            </a:r>
            <a:endParaRPr lang="en-US" dirty="0">
              <a:solidFill>
                <a:schemeClr val="bg2"/>
              </a:solidFill>
              <a:latin typeface="IBM Plex Sans" panose="020B0503050203000203" pitchFamily="34" charset="0"/>
            </a:endParaRPr>
          </a:p>
        </p:txBody>
      </p:sp>
      <p:sp>
        <p:nvSpPr>
          <p:cNvPr id="19" name="Rectangle 18"/>
          <p:cNvSpPr/>
          <p:nvPr userDrawn="1"/>
        </p:nvSpPr>
        <p:spPr>
          <a:xfrm>
            <a:off x="16256402" y="4418033"/>
            <a:ext cx="1235879" cy="1235878"/>
          </a:xfrm>
          <a:prstGeom prst="rect">
            <a:avLst/>
          </a:prstGeom>
          <a:solidFill>
            <a:srgbClr val="007D79"/>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latin typeface="IBM Plex Sans" panose="020B0503050203000203" pitchFamily="34" charset="0"/>
              </a:rPr>
              <a:t>#007D79</a:t>
            </a:r>
            <a:endParaRPr lang="en-US" dirty="0">
              <a:solidFill>
                <a:schemeClr val="bg2"/>
              </a:solidFill>
              <a:latin typeface="IBM Plex Sans" panose="020B0503050203000203" pitchFamily="34" charset="0"/>
            </a:endParaRPr>
          </a:p>
        </p:txBody>
      </p:sp>
      <p:sp>
        <p:nvSpPr>
          <p:cNvPr id="20" name="TextBox 19"/>
          <p:cNvSpPr txBox="1"/>
          <p:nvPr userDrawn="1"/>
        </p:nvSpPr>
        <p:spPr>
          <a:xfrm>
            <a:off x="12602453" y="5602152"/>
            <a:ext cx="1237839" cy="369332"/>
          </a:xfrm>
          <a:prstGeom prst="rect">
            <a:avLst/>
          </a:prstGeom>
          <a:noFill/>
        </p:spPr>
        <p:txBody>
          <a:bodyPr wrap="none" rtlCol="0">
            <a:spAutoFit/>
          </a:bodyPr>
          <a:lstStyle/>
          <a:p>
            <a:r>
              <a:rPr lang="en-US" b="1" i="0" dirty="0">
                <a:solidFill>
                  <a:srgbClr val="FFFFFF"/>
                </a:solidFill>
                <a:effectLst/>
              </a:rPr>
              <a:t>Purple 60</a:t>
            </a:r>
            <a:endParaRPr lang="en-US" b="1" dirty="0">
              <a:solidFill>
                <a:srgbClr val="FFFFFF"/>
              </a:solidFill>
            </a:endParaRPr>
          </a:p>
        </p:txBody>
      </p:sp>
      <p:sp>
        <p:nvSpPr>
          <p:cNvPr id="21" name="TextBox 20"/>
          <p:cNvSpPr txBox="1"/>
          <p:nvPr userDrawn="1"/>
        </p:nvSpPr>
        <p:spPr>
          <a:xfrm>
            <a:off x="14334144" y="5602152"/>
            <a:ext cx="1448025" cy="369332"/>
          </a:xfrm>
          <a:prstGeom prst="rect">
            <a:avLst/>
          </a:prstGeom>
          <a:noFill/>
        </p:spPr>
        <p:txBody>
          <a:bodyPr wrap="none" rtlCol="0">
            <a:spAutoFit/>
          </a:bodyPr>
          <a:lstStyle/>
          <a:p>
            <a:r>
              <a:rPr lang="en-US" b="1" dirty="0">
                <a:solidFill>
                  <a:srgbClr val="FFFFFF"/>
                </a:solidFill>
              </a:rPr>
              <a:t>Magenta</a:t>
            </a:r>
            <a:r>
              <a:rPr lang="en-US" b="1" i="0" dirty="0">
                <a:solidFill>
                  <a:srgbClr val="FFFFFF"/>
                </a:solidFill>
                <a:effectLst/>
              </a:rPr>
              <a:t> 60</a:t>
            </a:r>
            <a:endParaRPr lang="en-US" b="1" dirty="0">
              <a:solidFill>
                <a:srgbClr val="FFFFFF"/>
              </a:solidFill>
            </a:endParaRPr>
          </a:p>
        </p:txBody>
      </p:sp>
      <p:sp>
        <p:nvSpPr>
          <p:cNvPr id="22" name="TextBox 21"/>
          <p:cNvSpPr txBox="1"/>
          <p:nvPr userDrawn="1"/>
        </p:nvSpPr>
        <p:spPr>
          <a:xfrm>
            <a:off x="16404771" y="5602152"/>
            <a:ext cx="966931" cy="369332"/>
          </a:xfrm>
          <a:prstGeom prst="rect">
            <a:avLst/>
          </a:prstGeom>
          <a:noFill/>
        </p:spPr>
        <p:txBody>
          <a:bodyPr wrap="none" rtlCol="0">
            <a:spAutoFit/>
          </a:bodyPr>
          <a:lstStyle/>
          <a:p>
            <a:r>
              <a:rPr lang="en-US" b="1" dirty="0">
                <a:solidFill>
                  <a:srgbClr val="FFFFFF"/>
                </a:solidFill>
              </a:rPr>
              <a:t>Teal</a:t>
            </a:r>
            <a:r>
              <a:rPr lang="en-US" b="1" i="0" dirty="0">
                <a:solidFill>
                  <a:srgbClr val="FFFFFF"/>
                </a:solidFill>
                <a:effectLst/>
              </a:rPr>
              <a:t> 60</a:t>
            </a:r>
            <a:endParaRPr lang="en-US" b="1" dirty="0">
              <a:solidFill>
                <a:srgbClr val="FFFFFF"/>
              </a:solidFill>
            </a:endParaRPr>
          </a:p>
        </p:txBody>
      </p:sp>
      <p:sp>
        <p:nvSpPr>
          <p:cNvPr id="23" name="TextBox 22"/>
          <p:cNvSpPr txBox="1"/>
          <p:nvPr userDrawn="1"/>
        </p:nvSpPr>
        <p:spPr>
          <a:xfrm>
            <a:off x="18206642" y="5602152"/>
            <a:ext cx="1055097" cy="369332"/>
          </a:xfrm>
          <a:prstGeom prst="rect">
            <a:avLst/>
          </a:prstGeom>
          <a:noFill/>
        </p:spPr>
        <p:txBody>
          <a:bodyPr wrap="none" rtlCol="0">
            <a:spAutoFit/>
          </a:bodyPr>
          <a:lstStyle/>
          <a:p>
            <a:r>
              <a:rPr lang="en-US" b="1" dirty="0">
                <a:solidFill>
                  <a:srgbClr val="FFFFFF"/>
                </a:solidFill>
              </a:rPr>
              <a:t>Cyan</a:t>
            </a:r>
            <a:r>
              <a:rPr lang="en-US" b="1" i="0" dirty="0">
                <a:solidFill>
                  <a:srgbClr val="FFFFFF"/>
                </a:solidFill>
                <a:effectLst/>
              </a:rPr>
              <a:t> 60</a:t>
            </a:r>
            <a:endParaRPr lang="en-US" b="1" dirty="0">
              <a:solidFill>
                <a:srgbClr val="FFFFFF"/>
              </a:solidFill>
            </a:endParaRPr>
          </a:p>
        </p:txBody>
      </p:sp>
      <p:sp>
        <p:nvSpPr>
          <p:cNvPr id="24" name="Rectangle 23"/>
          <p:cNvSpPr/>
          <p:nvPr userDrawn="1"/>
        </p:nvSpPr>
        <p:spPr>
          <a:xfrm>
            <a:off x="19512379" y="2712316"/>
            <a:ext cx="1267863" cy="1267862"/>
          </a:xfrm>
          <a:prstGeom prst="rect">
            <a:avLst/>
          </a:prstGeom>
          <a:solidFill>
            <a:srgbClr val="121619"/>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bg2"/>
                </a:solidFill>
                <a:latin typeface="IBM Plex Sans" panose="020B0503050203000203" pitchFamily="34" charset="0"/>
              </a:rPr>
              <a:t>Icon</a:t>
            </a:r>
            <a:endParaRPr lang="en-US" dirty="0">
              <a:solidFill>
                <a:schemeClr val="bg2"/>
              </a:solidFill>
              <a:latin typeface="IBM Plex Sans" panose="020B0503050203000203" pitchFamily="34" charset="0"/>
            </a:endParaRPr>
          </a:p>
          <a:p>
            <a:pPr algn="ctr"/>
            <a:r>
              <a:rPr lang="en-US" dirty="0">
                <a:solidFill>
                  <a:schemeClr val="bg2"/>
                </a:solidFill>
                <a:latin typeface="IBM Plex Sans" panose="020B0503050203000203" pitchFamily="34" charset="0"/>
              </a:rPr>
              <a:t>#</a:t>
            </a:r>
            <a:r>
              <a:rPr lang="en-US" b="0" i="0" dirty="0">
                <a:solidFill>
                  <a:srgbClr val="FFFFFF"/>
                </a:solidFill>
                <a:effectLst/>
                <a:latin typeface="IBM Plex Mono" panose="020B0509050203000203" pitchFamily="49" charset="0"/>
              </a:rPr>
              <a:t>000000</a:t>
            </a:r>
            <a:endParaRPr lang="en-US" dirty="0">
              <a:solidFill>
                <a:schemeClr val="bg2"/>
              </a:solidFill>
              <a:latin typeface="IBM Plex Sans" panose="020B0503050203000203" pitchFamily="34" charset="0"/>
            </a:endParaRPr>
          </a:p>
        </p:txBody>
      </p:sp>
      <p:sp>
        <p:nvSpPr>
          <p:cNvPr id="25" name="Rectangle 24"/>
          <p:cNvSpPr/>
          <p:nvPr userDrawn="1"/>
        </p:nvSpPr>
        <p:spPr>
          <a:xfrm>
            <a:off x="19510690" y="4403963"/>
            <a:ext cx="1264019" cy="1264018"/>
          </a:xfrm>
          <a:prstGeom prst="rect">
            <a:avLst/>
          </a:prstGeom>
          <a:solidFill>
            <a:srgbClr val="FFFF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rgbClr val="262626"/>
                </a:solidFill>
                <a:latin typeface="IBM Plex Sans" panose="020B0503050203000203" pitchFamily="34" charset="0"/>
              </a:rPr>
              <a:t>Icon</a:t>
            </a:r>
            <a:endParaRPr lang="en-US" dirty="0">
              <a:solidFill>
                <a:srgbClr val="262626"/>
              </a:solidFill>
              <a:latin typeface="IBM Plex Sans" panose="020B0503050203000203" pitchFamily="34" charset="0"/>
            </a:endParaRPr>
          </a:p>
          <a:p>
            <a:pPr algn="ctr"/>
            <a:r>
              <a:rPr lang="en-US" dirty="0">
                <a:solidFill>
                  <a:srgbClr val="262626"/>
                </a:solidFill>
                <a:latin typeface="IBM Plex Sans" panose="020B0503050203000203" pitchFamily="34" charset="0"/>
              </a:rPr>
              <a:t>#</a:t>
            </a:r>
            <a:r>
              <a:rPr lang="en-US" b="0" i="0" dirty="0">
                <a:solidFill>
                  <a:srgbClr val="262626"/>
                </a:solidFill>
                <a:effectLst/>
                <a:latin typeface="IBM Plex Mono" panose="020B0509050203000203" pitchFamily="49" charset="0"/>
              </a:rPr>
              <a:t>FFFFFF</a:t>
            </a:r>
            <a:endParaRPr lang="en-US" dirty="0">
              <a:solidFill>
                <a:srgbClr val="262626"/>
              </a:solidFill>
              <a:latin typeface="IBM Plex Sans" panose="020B0503050203000203" pitchFamily="34" charset="0"/>
            </a:endParaRPr>
          </a:p>
        </p:txBody>
      </p:sp>
      <p:sp>
        <p:nvSpPr>
          <p:cNvPr id="26" name="Rectangle 25"/>
          <p:cNvSpPr/>
          <p:nvPr userDrawn="1"/>
        </p:nvSpPr>
        <p:spPr>
          <a:xfrm>
            <a:off x="12625444" y="1072749"/>
            <a:ext cx="1235879" cy="1235878"/>
          </a:xfrm>
          <a:prstGeom prst="rect">
            <a:avLst/>
          </a:prstGeom>
          <a:solidFill>
            <a:srgbClr val="F6F2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#F6F2FF</a:t>
            </a:r>
            <a:endParaRPr lang="en-US" dirty="0">
              <a:solidFill>
                <a:srgbClr val="262626"/>
              </a:solidFill>
              <a:latin typeface="IBM Plex Sans" panose="020B0503050203000203" pitchFamily="34" charset="0"/>
            </a:endParaRPr>
          </a:p>
        </p:txBody>
      </p:sp>
      <p:sp>
        <p:nvSpPr>
          <p:cNvPr id="27" name="Rectangle 26"/>
          <p:cNvSpPr/>
          <p:nvPr userDrawn="1"/>
        </p:nvSpPr>
        <p:spPr>
          <a:xfrm>
            <a:off x="18071881" y="1072749"/>
            <a:ext cx="1235879" cy="1235878"/>
          </a:xfrm>
          <a:prstGeom prst="rect">
            <a:avLst/>
          </a:prstGeom>
          <a:solidFill>
            <a:srgbClr val="E5F6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#E5F6FF</a:t>
            </a:r>
            <a:endParaRPr lang="en-US" dirty="0">
              <a:solidFill>
                <a:srgbClr val="262626"/>
              </a:solidFill>
              <a:latin typeface="IBM Plex Sans" panose="020B0503050203000203" pitchFamily="34" charset="0"/>
            </a:endParaRPr>
          </a:p>
        </p:txBody>
      </p:sp>
      <p:sp>
        <p:nvSpPr>
          <p:cNvPr id="28" name="Rectangle 27"/>
          <p:cNvSpPr/>
          <p:nvPr userDrawn="1"/>
        </p:nvSpPr>
        <p:spPr>
          <a:xfrm>
            <a:off x="14440923" y="1072749"/>
            <a:ext cx="1235879" cy="1235878"/>
          </a:xfrm>
          <a:prstGeom prst="rect">
            <a:avLst/>
          </a:prstGeom>
          <a:solidFill>
            <a:srgbClr val="FFF0F7"/>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#FFF0F7</a:t>
            </a:r>
            <a:endParaRPr lang="en-US" dirty="0">
              <a:solidFill>
                <a:srgbClr val="262626"/>
              </a:solidFill>
              <a:latin typeface="IBM Plex Sans" panose="020B0503050203000203" pitchFamily="34" charset="0"/>
            </a:endParaRPr>
          </a:p>
        </p:txBody>
      </p:sp>
      <p:sp>
        <p:nvSpPr>
          <p:cNvPr id="29" name="Rectangle 28"/>
          <p:cNvSpPr/>
          <p:nvPr userDrawn="1"/>
        </p:nvSpPr>
        <p:spPr>
          <a:xfrm>
            <a:off x="16256402" y="1072749"/>
            <a:ext cx="1235879" cy="1235878"/>
          </a:xfrm>
          <a:prstGeom prst="rect">
            <a:avLst/>
          </a:prstGeom>
          <a:solidFill>
            <a:srgbClr val="D9FBFB"/>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#D9FBFB</a:t>
            </a:r>
            <a:endParaRPr lang="en-US" dirty="0">
              <a:solidFill>
                <a:srgbClr val="262626"/>
              </a:solidFill>
              <a:latin typeface="IBM Plex Sans" panose="020B0503050203000203" pitchFamily="34" charset="0"/>
            </a:endParaRPr>
          </a:p>
        </p:txBody>
      </p:sp>
      <p:sp>
        <p:nvSpPr>
          <p:cNvPr id="30" name="TextBox 29"/>
          <p:cNvSpPr txBox="1"/>
          <p:nvPr userDrawn="1"/>
        </p:nvSpPr>
        <p:spPr>
          <a:xfrm>
            <a:off x="12602453" y="2256868"/>
            <a:ext cx="1237839" cy="369332"/>
          </a:xfrm>
          <a:prstGeom prst="rect">
            <a:avLst/>
          </a:prstGeom>
          <a:noFill/>
        </p:spPr>
        <p:txBody>
          <a:bodyPr wrap="none" rtlCol="0">
            <a:spAutoFit/>
          </a:bodyPr>
          <a:lstStyle/>
          <a:p>
            <a:r>
              <a:rPr lang="en-US" b="1" i="0" dirty="0">
                <a:solidFill>
                  <a:srgbClr val="FFFFFF"/>
                </a:solidFill>
                <a:effectLst/>
              </a:rPr>
              <a:t>Purple 10</a:t>
            </a:r>
            <a:endParaRPr lang="en-US" b="1" dirty="0">
              <a:solidFill>
                <a:srgbClr val="FFFFFF"/>
              </a:solidFill>
            </a:endParaRPr>
          </a:p>
        </p:txBody>
      </p:sp>
      <p:sp>
        <p:nvSpPr>
          <p:cNvPr id="31" name="TextBox 30"/>
          <p:cNvSpPr txBox="1"/>
          <p:nvPr userDrawn="1"/>
        </p:nvSpPr>
        <p:spPr>
          <a:xfrm>
            <a:off x="14334144" y="2256868"/>
            <a:ext cx="1449436" cy="369332"/>
          </a:xfrm>
          <a:prstGeom prst="rect">
            <a:avLst/>
          </a:prstGeom>
          <a:noFill/>
        </p:spPr>
        <p:txBody>
          <a:bodyPr wrap="none" rtlCol="0">
            <a:spAutoFit/>
          </a:bodyPr>
          <a:lstStyle/>
          <a:p>
            <a:r>
              <a:rPr lang="en-US" b="1" dirty="0">
                <a:solidFill>
                  <a:srgbClr val="FFFFFF"/>
                </a:solidFill>
              </a:rPr>
              <a:t>Magenta</a:t>
            </a:r>
            <a:r>
              <a:rPr lang="en-US" b="1" i="0" dirty="0">
                <a:solidFill>
                  <a:srgbClr val="FFFFFF"/>
                </a:solidFill>
                <a:effectLst/>
              </a:rPr>
              <a:t> 10</a:t>
            </a:r>
            <a:endParaRPr lang="en-US" b="1" dirty="0">
              <a:solidFill>
                <a:srgbClr val="FFFFFF"/>
              </a:solidFill>
            </a:endParaRPr>
          </a:p>
        </p:txBody>
      </p:sp>
      <p:sp>
        <p:nvSpPr>
          <p:cNvPr id="32" name="TextBox 31"/>
          <p:cNvSpPr txBox="1"/>
          <p:nvPr userDrawn="1"/>
        </p:nvSpPr>
        <p:spPr>
          <a:xfrm>
            <a:off x="16404771" y="2256868"/>
            <a:ext cx="966355" cy="369332"/>
          </a:xfrm>
          <a:prstGeom prst="rect">
            <a:avLst/>
          </a:prstGeom>
          <a:noFill/>
        </p:spPr>
        <p:txBody>
          <a:bodyPr wrap="none" rtlCol="0">
            <a:spAutoFit/>
          </a:bodyPr>
          <a:lstStyle/>
          <a:p>
            <a:r>
              <a:rPr lang="en-US" b="1" dirty="0">
                <a:solidFill>
                  <a:srgbClr val="FFFFFF"/>
                </a:solidFill>
              </a:rPr>
              <a:t>Teal</a:t>
            </a:r>
            <a:r>
              <a:rPr lang="en-US" b="1" i="0" dirty="0">
                <a:solidFill>
                  <a:srgbClr val="FFFFFF"/>
                </a:solidFill>
                <a:effectLst/>
              </a:rPr>
              <a:t> 10</a:t>
            </a:r>
            <a:endParaRPr lang="en-US" b="1" dirty="0">
              <a:solidFill>
                <a:srgbClr val="FFFFFF"/>
              </a:solidFill>
            </a:endParaRPr>
          </a:p>
        </p:txBody>
      </p:sp>
      <p:sp>
        <p:nvSpPr>
          <p:cNvPr id="33" name="TextBox 32"/>
          <p:cNvSpPr txBox="1"/>
          <p:nvPr userDrawn="1"/>
        </p:nvSpPr>
        <p:spPr>
          <a:xfrm>
            <a:off x="18206642" y="2256868"/>
            <a:ext cx="1055097" cy="369332"/>
          </a:xfrm>
          <a:prstGeom prst="rect">
            <a:avLst/>
          </a:prstGeom>
          <a:noFill/>
        </p:spPr>
        <p:txBody>
          <a:bodyPr wrap="none" rtlCol="0">
            <a:spAutoFit/>
          </a:bodyPr>
          <a:lstStyle/>
          <a:p>
            <a:r>
              <a:rPr lang="en-US" b="1" dirty="0">
                <a:solidFill>
                  <a:srgbClr val="FFFFFF"/>
                </a:solidFill>
              </a:rPr>
              <a:t>Cyan</a:t>
            </a:r>
            <a:r>
              <a:rPr lang="en-US" b="1" i="0" dirty="0">
                <a:solidFill>
                  <a:srgbClr val="FFFFFF"/>
                </a:solidFill>
                <a:effectLst/>
              </a:rPr>
              <a:t> 10</a:t>
            </a:r>
            <a:endParaRPr lang="en-US" b="1" dirty="0">
              <a:solidFill>
                <a:srgbClr val="FFFFFF"/>
              </a:solidFill>
            </a:endParaRPr>
          </a:p>
        </p:txBody>
      </p:sp>
      <p:sp>
        <p:nvSpPr>
          <p:cNvPr id="34" name="Rectangle 33"/>
          <p:cNvSpPr/>
          <p:nvPr userDrawn="1"/>
        </p:nvSpPr>
        <p:spPr>
          <a:xfrm>
            <a:off x="16222135" y="-2341897"/>
            <a:ext cx="1267863" cy="1267862"/>
          </a:xfrm>
          <a:prstGeom prst="rect">
            <a:avLst/>
          </a:prstGeom>
          <a:solidFill>
            <a:srgbClr val="C1C7CD"/>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endParaRPr lang="en-US" dirty="0">
              <a:solidFill>
                <a:schemeClr val="tx1"/>
              </a:solidFill>
              <a:latin typeface="IBM Plex Sans" panose="020B0503050203000203" pitchFamily="34" charset="0"/>
            </a:endParaRPr>
          </a:p>
          <a:p>
            <a:pPr algn="ctr"/>
            <a:r>
              <a:rPr lang="en-US" dirty="0">
                <a:solidFill>
                  <a:schemeClr val="tx1"/>
                </a:solidFill>
                <a:latin typeface="IBM Plex Sans" panose="020B0503050203000203" pitchFamily="34" charset="0"/>
              </a:rPr>
              <a:t>#C1C7CD</a:t>
            </a:r>
            <a:endParaRPr lang="en-US" dirty="0">
              <a:solidFill>
                <a:schemeClr val="tx1"/>
              </a:solidFill>
              <a:latin typeface="IBM Plex Sans" panose="020B0503050203000203" pitchFamily="34" charset="0"/>
            </a:endParaRPr>
          </a:p>
        </p:txBody>
      </p:sp>
      <p:sp>
        <p:nvSpPr>
          <p:cNvPr id="37" name="Rectangle 36"/>
          <p:cNvSpPr/>
          <p:nvPr userDrawn="1"/>
        </p:nvSpPr>
        <p:spPr>
          <a:xfrm>
            <a:off x="16222135" y="-801901"/>
            <a:ext cx="1267863" cy="1267862"/>
          </a:xfrm>
          <a:prstGeom prst="rect">
            <a:avLst/>
          </a:prstGeom>
          <a:solidFill>
            <a:srgbClr val="F2F4F8"/>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endParaRPr lang="en-US" dirty="0">
              <a:solidFill>
                <a:schemeClr val="tx1"/>
              </a:solidFill>
              <a:latin typeface="IBM Plex Sans" panose="020B0503050203000203" pitchFamily="34" charset="0"/>
            </a:endParaRPr>
          </a:p>
          <a:p>
            <a:pPr algn="ctr"/>
            <a:r>
              <a:rPr lang="en-US" dirty="0">
                <a:solidFill>
                  <a:schemeClr val="tx1"/>
                </a:solidFill>
                <a:latin typeface="IBM Plex Sans" panose="020B0503050203000203" pitchFamily="34" charset="0"/>
              </a:rPr>
              <a:t>#F2F4F8</a:t>
            </a:r>
            <a:endParaRPr lang="en-US" dirty="0">
              <a:solidFill>
                <a:schemeClr val="tx1"/>
              </a:solidFill>
              <a:latin typeface="IBM Plex Sans" panose="020B0503050203000203" pitchFamily="34" charset="0"/>
            </a:endParaRPr>
          </a:p>
        </p:txBody>
      </p:sp>
      <p:sp>
        <p:nvSpPr>
          <p:cNvPr id="38" name="Rectangle 37"/>
          <p:cNvSpPr/>
          <p:nvPr userDrawn="1"/>
        </p:nvSpPr>
        <p:spPr>
          <a:xfrm>
            <a:off x="14397282" y="-2352139"/>
            <a:ext cx="1267863" cy="1267862"/>
          </a:xfrm>
          <a:prstGeom prst="rect">
            <a:avLst/>
          </a:prstGeom>
          <a:solidFill>
            <a:srgbClr val="BE95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endParaRPr lang="en-US" dirty="0">
              <a:solidFill>
                <a:schemeClr val="tx1"/>
              </a:solidFill>
              <a:latin typeface="IBM Plex Sans" panose="020B0503050203000203" pitchFamily="34" charset="0"/>
            </a:endParaRPr>
          </a:p>
          <a:p>
            <a:pPr algn="ctr"/>
            <a:r>
              <a:rPr lang="en-US" dirty="0">
                <a:solidFill>
                  <a:schemeClr val="tx1"/>
                </a:solidFill>
                <a:latin typeface="IBM Plex Sans" panose="020B0503050203000203" pitchFamily="34" charset="0"/>
              </a:rPr>
              <a:t>#BE95FF</a:t>
            </a:r>
            <a:endParaRPr lang="en-US" dirty="0">
              <a:solidFill>
                <a:schemeClr val="tx1"/>
              </a:solidFill>
              <a:latin typeface="IBM Plex Sans" panose="020B0503050203000203" pitchFamily="34" charset="0"/>
            </a:endParaRPr>
          </a:p>
        </p:txBody>
      </p:sp>
      <p:sp>
        <p:nvSpPr>
          <p:cNvPr id="39" name="Rectangle 38"/>
          <p:cNvSpPr/>
          <p:nvPr userDrawn="1"/>
        </p:nvSpPr>
        <p:spPr>
          <a:xfrm>
            <a:off x="14397282" y="-812143"/>
            <a:ext cx="1267863" cy="1267862"/>
          </a:xfrm>
          <a:prstGeom prst="rect">
            <a:avLst/>
          </a:prstGeom>
          <a:solidFill>
            <a:srgbClr val="33B1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endParaRPr lang="en-US" dirty="0">
              <a:solidFill>
                <a:schemeClr val="tx1"/>
              </a:solidFill>
              <a:latin typeface="IBM Plex Sans" panose="020B0503050203000203" pitchFamily="34" charset="0"/>
            </a:endParaRPr>
          </a:p>
          <a:p>
            <a:pPr algn="ctr"/>
            <a:r>
              <a:rPr lang="en-US" dirty="0">
                <a:solidFill>
                  <a:schemeClr val="tx1"/>
                </a:solidFill>
                <a:latin typeface="IBM Plex Sans" panose="020B0503050203000203" pitchFamily="34" charset="0"/>
              </a:rPr>
              <a:t>#33B1FF</a:t>
            </a:r>
            <a:endParaRPr lang="en-US" dirty="0">
              <a:solidFill>
                <a:schemeClr val="tx1"/>
              </a:solidFill>
              <a:latin typeface="IBM Plex Sans" panose="020B0503050203000203" pitchFamily="34" charset="0"/>
            </a:endParaRPr>
          </a:p>
        </p:txBody>
      </p:sp>
      <p:sp>
        <p:nvSpPr>
          <p:cNvPr id="42" name="Rectangle 41"/>
          <p:cNvSpPr/>
          <p:nvPr userDrawn="1"/>
        </p:nvSpPr>
        <p:spPr>
          <a:xfrm>
            <a:off x="12572429" y="-2309174"/>
            <a:ext cx="1267863" cy="1267862"/>
          </a:xfrm>
          <a:prstGeom prst="rect">
            <a:avLst/>
          </a:prstGeom>
          <a:solidFill>
            <a:srgbClr val="08BDBA"/>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endParaRPr lang="en-US" dirty="0">
              <a:solidFill>
                <a:schemeClr val="tx1"/>
              </a:solidFill>
              <a:latin typeface="IBM Plex Sans" panose="020B0503050203000203" pitchFamily="34" charset="0"/>
            </a:endParaRPr>
          </a:p>
          <a:p>
            <a:pPr algn="ctr"/>
            <a:r>
              <a:rPr lang="en-US" dirty="0">
                <a:solidFill>
                  <a:schemeClr val="tx1"/>
                </a:solidFill>
                <a:latin typeface="IBM Plex Sans" panose="020B0503050203000203" pitchFamily="34" charset="0"/>
              </a:rPr>
              <a:t>#08BDBA</a:t>
            </a:r>
            <a:endParaRPr lang="en-US" dirty="0">
              <a:solidFill>
                <a:schemeClr val="tx1"/>
              </a:solidFill>
              <a:latin typeface="IBM Plex Sans" panose="020B0503050203000203" pitchFamily="34" charset="0"/>
            </a:endParaRPr>
          </a:p>
        </p:txBody>
      </p:sp>
      <p:sp>
        <p:nvSpPr>
          <p:cNvPr id="43" name="Rectangle 42"/>
          <p:cNvSpPr/>
          <p:nvPr userDrawn="1"/>
        </p:nvSpPr>
        <p:spPr>
          <a:xfrm>
            <a:off x="12572429" y="-769178"/>
            <a:ext cx="1267863" cy="1267862"/>
          </a:xfrm>
          <a:prstGeom prst="rect">
            <a:avLst/>
          </a:prstGeom>
          <a:solidFill>
            <a:srgbClr val="78A9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endParaRPr lang="en-US" dirty="0">
              <a:solidFill>
                <a:schemeClr val="tx1"/>
              </a:solidFill>
              <a:latin typeface="IBM Plex Sans" panose="020B0503050203000203" pitchFamily="34" charset="0"/>
            </a:endParaRPr>
          </a:p>
          <a:p>
            <a:pPr algn="ctr"/>
            <a:r>
              <a:rPr lang="en-US" dirty="0">
                <a:solidFill>
                  <a:schemeClr val="tx1"/>
                </a:solidFill>
                <a:latin typeface="IBM Plex Sans" panose="020B0503050203000203" pitchFamily="34" charset="0"/>
              </a:rPr>
              <a:t>#78A9FF</a:t>
            </a:r>
            <a:endParaRPr lang="en-US" dirty="0">
              <a:solidFill>
                <a:schemeClr val="tx1"/>
              </a:solidFill>
              <a:latin typeface="IBM Plex Sans" panose="020B0503050203000203" pitchFamily="34" charset="0"/>
            </a:endParaRPr>
          </a:p>
        </p:txBody>
      </p:sp>
      <p:sp>
        <p:nvSpPr>
          <p:cNvPr id="46" name="Rectangle 45"/>
          <p:cNvSpPr/>
          <p:nvPr userDrawn="1"/>
        </p:nvSpPr>
        <p:spPr>
          <a:xfrm>
            <a:off x="17993876" y="-2309174"/>
            <a:ext cx="1267863" cy="1267862"/>
          </a:xfrm>
          <a:prstGeom prst="rect">
            <a:avLst/>
          </a:prstGeom>
          <a:solidFill>
            <a:srgbClr val="525252"/>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bg2"/>
                </a:solidFill>
                <a:latin typeface="IBM Plex Sans" panose="020B0503050203000203" pitchFamily="34" charset="0"/>
              </a:rPr>
              <a:t>Labels</a:t>
            </a:r>
            <a:endParaRPr lang="en-US" dirty="0">
              <a:solidFill>
                <a:schemeClr val="bg2"/>
              </a:solidFill>
              <a:latin typeface="IBM Plex Sans" panose="020B0503050203000203" pitchFamily="34" charset="0"/>
            </a:endParaRPr>
          </a:p>
          <a:p>
            <a:pPr algn="ctr"/>
            <a:r>
              <a:rPr lang="en-US" dirty="0">
                <a:solidFill>
                  <a:schemeClr val="bg2"/>
                </a:solidFill>
                <a:latin typeface="IBM Plex Sans" panose="020B0503050203000203" pitchFamily="34" charset="0"/>
              </a:rPr>
              <a:t>#525252</a:t>
            </a:r>
            <a:endParaRPr lang="en-US" dirty="0">
              <a:solidFill>
                <a:schemeClr val="bg2"/>
              </a:solidFill>
              <a:latin typeface="IBM Plex Sans" panose="020B0503050203000203" pitchFamily="34" charset="0"/>
            </a:endParaRPr>
          </a:p>
        </p:txBody>
      </p:sp>
      <p:sp>
        <p:nvSpPr>
          <p:cNvPr id="47" name="Rectangle 46"/>
          <p:cNvSpPr/>
          <p:nvPr userDrawn="1"/>
        </p:nvSpPr>
        <p:spPr>
          <a:xfrm>
            <a:off x="17993875" y="-812143"/>
            <a:ext cx="1267863" cy="1267862"/>
          </a:xfrm>
          <a:prstGeom prst="rect">
            <a:avLst/>
          </a:prstGeom>
          <a:solidFill>
            <a:srgbClr val="262626"/>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bg2"/>
                </a:solidFill>
                <a:latin typeface="IBM Plex Sans" panose="020B0503050203000203" pitchFamily="34" charset="0"/>
              </a:rPr>
              <a:t>Text</a:t>
            </a:r>
            <a:endParaRPr lang="en-US" dirty="0">
              <a:solidFill>
                <a:schemeClr val="bg2"/>
              </a:solidFill>
              <a:latin typeface="IBM Plex Sans" panose="020B0503050203000203" pitchFamily="34" charset="0"/>
            </a:endParaRPr>
          </a:p>
          <a:p>
            <a:pPr algn="ctr"/>
            <a:r>
              <a:rPr lang="en-US" dirty="0">
                <a:solidFill>
                  <a:schemeClr val="bg2"/>
                </a:solidFill>
                <a:latin typeface="IBM Plex Sans" panose="020B0503050203000203" pitchFamily="34" charset="0"/>
              </a:rPr>
              <a:t>#262626</a:t>
            </a:r>
            <a:endParaRPr lang="en-US" dirty="0">
              <a:solidFill>
                <a:schemeClr val="bg2"/>
              </a:solidFill>
              <a:latin typeface="IBM Plex Sans" panose="020B0503050203000203" pitchFamily="34" charset="0"/>
            </a:endParaRPr>
          </a:p>
        </p:txBody>
      </p:sp>
      <p:grpSp>
        <p:nvGrpSpPr>
          <p:cNvPr id="64" name="Group 63"/>
          <p:cNvGrpSpPr/>
          <p:nvPr userDrawn="1"/>
        </p:nvGrpSpPr>
        <p:grpSpPr>
          <a:xfrm>
            <a:off x="11094856" y="6244940"/>
            <a:ext cx="1098532" cy="613059"/>
            <a:chOff x="8965342" y="4231217"/>
            <a:chExt cx="1608171" cy="897474"/>
          </a:xfrm>
        </p:grpSpPr>
        <p:pic>
          <p:nvPicPr>
            <p:cNvPr id="60" name="Graphic 59"/>
            <p:cNvPicPr>
              <a:picLocks noChangeAspect="1"/>
            </p:cNvPicPr>
            <p:nvPr userDrawn="1"/>
          </p:nvPicPr>
          <p:blipFill>
            <a:blip r:embed="rId9">
              <a:extLst>
                <a:ext uri="{96DAC541-7B7A-43D3-8B79-37D633B846F1}">
                  <asvg:svgBlip xmlns:asvg="http://schemas.microsoft.com/office/drawing/2016/SVG/main" r:embed="rId10"/>
                </a:ext>
              </a:extLst>
            </a:blip>
            <a:stretch>
              <a:fillRect/>
            </a:stretch>
          </p:blipFill>
          <p:spPr>
            <a:xfrm>
              <a:off x="9321121" y="4418033"/>
              <a:ext cx="897474" cy="355817"/>
            </a:xfrm>
            <a:prstGeom prst="rect">
              <a:avLst/>
            </a:prstGeom>
          </p:spPr>
        </p:pic>
        <p:pic>
          <p:nvPicPr>
            <p:cNvPr id="61" name="Graphic 60" hidden="1"/>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a:off x="9321121" y="4772874"/>
              <a:ext cx="897474" cy="355817"/>
            </a:xfrm>
            <a:prstGeom prst="rect">
              <a:avLst/>
            </a:prstGeom>
          </p:spPr>
        </p:pic>
        <p:pic>
          <p:nvPicPr>
            <p:cNvPr id="62" name="Graphic 61" hidden="1"/>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rot="16200000">
              <a:off x="9946868" y="4502045"/>
              <a:ext cx="897474" cy="355817"/>
            </a:xfrm>
            <a:prstGeom prst="rect">
              <a:avLst/>
            </a:prstGeom>
          </p:spPr>
        </p:pic>
        <p:pic>
          <p:nvPicPr>
            <p:cNvPr id="63" name="Graphic 62" hidden="1"/>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rot="16200000">
              <a:off x="8694514" y="4502045"/>
              <a:ext cx="897474" cy="355817"/>
            </a:xfrm>
            <a:prstGeom prst="rect">
              <a:avLst/>
            </a:prstGeom>
          </p:spPr>
        </p:pic>
      </p:grpSp>
      <p:pic>
        <p:nvPicPr>
          <p:cNvPr id="66" name="Graphic 65"/>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a:off x="241053" y="6372101"/>
            <a:ext cx="1630680" cy="247650"/>
          </a:xfrm>
          <a:prstGeom prst="rect">
            <a:avLst/>
          </a:prstGeom>
        </p:spPr>
      </p:pic>
      <p:sp>
        <p:nvSpPr>
          <p:cNvPr id="67" name="Rectangle 66" hidden="1"/>
          <p:cNvSpPr/>
          <p:nvPr userDrawn="1"/>
        </p:nvSpPr>
        <p:spPr>
          <a:xfrm>
            <a:off x="-76201" y="6356350"/>
            <a:ext cx="12353925" cy="276797"/>
          </a:xfrm>
          <a:prstGeom prst="rect">
            <a:avLst/>
          </a:prstGeom>
          <a:noFill/>
          <a:ln w="28575">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5"/>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defTabSz="914400" rtl="0" eaLnBrk="1" latinLnBrk="0" hangingPunct="1">
        <a:lnSpc>
          <a:spcPct val="90000"/>
        </a:lnSpc>
        <a:spcBef>
          <a:spcPct val="0"/>
        </a:spcBef>
        <a:buNone/>
        <a:defRPr sz="4000" b="1" i="0" kern="1200">
          <a:solidFill>
            <a:srgbClr val="525252"/>
          </a:solidFill>
          <a:latin typeface="IBM Plex Sans SemiBold" panose="020B0503050203000203" pitchFamily="34" charset="0"/>
          <a:ea typeface="IBM Plex Sans SemiBold" panose="020B0503050203000203" pitchFamily="34" charset="0"/>
          <a:cs typeface="IBM Plex Sans SemiBold" panose="020B0503050203000203" pitchFamily="34" charset="0"/>
        </a:defRPr>
      </a:lvl1pPr>
    </p:titleStyle>
    <p:bodyStyle>
      <a:lvl1pPr marL="228600" indent="-228600" algn="l" defTabSz="914400" rtl="0" eaLnBrk="1" latinLnBrk="0" hangingPunct="1">
        <a:lnSpc>
          <a:spcPct val="90000"/>
        </a:lnSpc>
        <a:spcBef>
          <a:spcPts val="1000"/>
        </a:spcBef>
        <a:buFont typeface="Arial" panose="020B0604020202020204"/>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a:buChar char="•"/>
        <a:defRPr sz="1800" kern="1200">
          <a:solidFill>
            <a:srgbClr val="262626"/>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a:buChar char="•"/>
        <a:defRPr sz="1800" kern="1200">
          <a:solidFill>
            <a:srgbClr val="262626"/>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47850"/>
            <a:ext cx="10515600" cy="4351338"/>
          </a:xfrm>
          <a:prstGeom prst="rect">
            <a:avLst/>
          </a:prstGeom>
        </p:spPr>
        <p:txBody>
          <a:bodyPr vert="horz" lIns="91440" tIns="45720" rIns="91440" bIns="45720" rtlCol="0">
            <a:normAutofit/>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p:txBody>
      </p:sp>
      <p:pic>
        <p:nvPicPr>
          <p:cNvPr id="12" name="Picture 11" descr="Text, logo&#10;&#10;Description automatically generated"/>
          <p:cNvPicPr>
            <a:picLocks noChangeAspect="1"/>
          </p:cNvPicPr>
          <p:nvPr userDrawn="1"/>
        </p:nvPicPr>
        <p:blipFill rotWithShape="1">
          <a:blip r:embed="rId7">
            <a:alphaModFix amt="5000"/>
            <a:extLst>
              <a:ext uri="{BEBA8EAE-BF5A-486C-A8C5-ECC9F3942E4B}">
                <a14:imgProps xmlns:a14="http://schemas.microsoft.com/office/drawing/2010/main">
                  <a14:imgLayer r:embed="rId8">
                    <a14:imgEffect>
                      <a14:brightnessContrast contrast="-77000"/>
                    </a14:imgEffect>
                    <a14:imgEffect>
                      <a14:saturation sat="155000"/>
                    </a14:imgEffect>
                  </a14:imgLayer>
                </a14:imgProps>
              </a:ext>
            </a:extLst>
          </a:blip>
          <a:srcRect l="-1923" r="70315"/>
          <a:stretch>
            <a:fillRect/>
          </a:stretch>
        </p:blipFill>
        <p:spPr>
          <a:xfrm>
            <a:off x="3345127" y="1418811"/>
            <a:ext cx="5501746" cy="4826130"/>
          </a:xfrm>
          <a:prstGeom prst="rect">
            <a:avLst/>
          </a:prstGeom>
        </p:spPr>
      </p:pic>
      <p:sp>
        <p:nvSpPr>
          <p:cNvPr id="4" name="Rectangle 3"/>
          <p:cNvSpPr/>
          <p:nvPr userDrawn="1"/>
        </p:nvSpPr>
        <p:spPr>
          <a:xfrm>
            <a:off x="12625444" y="2728308"/>
            <a:ext cx="1235879" cy="1235878"/>
          </a:xfrm>
          <a:prstGeom prst="rect">
            <a:avLst/>
          </a:prstGeom>
          <a:solidFill>
            <a:srgbClr val="BE95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#BE95FF</a:t>
            </a:r>
            <a:endParaRPr lang="en-US" dirty="0">
              <a:solidFill>
                <a:srgbClr val="262626"/>
              </a:solidFill>
              <a:latin typeface="IBM Plex Sans" panose="020B0503050203000203" pitchFamily="34" charset="0"/>
            </a:endParaRPr>
          </a:p>
        </p:txBody>
      </p:sp>
      <p:sp>
        <p:nvSpPr>
          <p:cNvPr id="5" name="Rectangle 4"/>
          <p:cNvSpPr/>
          <p:nvPr userDrawn="1"/>
        </p:nvSpPr>
        <p:spPr>
          <a:xfrm>
            <a:off x="18071881" y="2728308"/>
            <a:ext cx="1235879" cy="1235878"/>
          </a:xfrm>
          <a:prstGeom prst="rect">
            <a:avLst/>
          </a:prstGeom>
          <a:solidFill>
            <a:srgbClr val="33B1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#33B1FF</a:t>
            </a:r>
            <a:endParaRPr lang="en-US" dirty="0">
              <a:solidFill>
                <a:srgbClr val="262626"/>
              </a:solidFill>
              <a:latin typeface="IBM Plex Sans" panose="020B0503050203000203" pitchFamily="34" charset="0"/>
            </a:endParaRPr>
          </a:p>
        </p:txBody>
      </p:sp>
      <p:sp>
        <p:nvSpPr>
          <p:cNvPr id="6" name="Rectangle 5"/>
          <p:cNvSpPr/>
          <p:nvPr userDrawn="1"/>
        </p:nvSpPr>
        <p:spPr>
          <a:xfrm>
            <a:off x="14440923" y="2728308"/>
            <a:ext cx="1235879" cy="1235878"/>
          </a:xfrm>
          <a:prstGeom prst="rect">
            <a:avLst/>
          </a:prstGeom>
          <a:solidFill>
            <a:srgbClr val="FF7EB6"/>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#FF7EB6</a:t>
            </a:r>
            <a:endParaRPr lang="en-US" dirty="0">
              <a:solidFill>
                <a:srgbClr val="262626"/>
              </a:solidFill>
              <a:latin typeface="IBM Plex Sans" panose="020B0503050203000203" pitchFamily="34" charset="0"/>
            </a:endParaRPr>
          </a:p>
        </p:txBody>
      </p:sp>
      <p:sp>
        <p:nvSpPr>
          <p:cNvPr id="9" name="Rectangle 8"/>
          <p:cNvSpPr/>
          <p:nvPr userDrawn="1"/>
        </p:nvSpPr>
        <p:spPr>
          <a:xfrm>
            <a:off x="16256402" y="2728308"/>
            <a:ext cx="1235879" cy="1235878"/>
          </a:xfrm>
          <a:prstGeom prst="rect">
            <a:avLst/>
          </a:prstGeom>
          <a:solidFill>
            <a:srgbClr val="08BDBA"/>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#08BDBA</a:t>
            </a:r>
            <a:endParaRPr lang="en-US" dirty="0">
              <a:solidFill>
                <a:srgbClr val="262626"/>
              </a:solidFill>
              <a:latin typeface="IBM Plex Sans" panose="020B0503050203000203" pitchFamily="34" charset="0"/>
            </a:endParaRPr>
          </a:p>
        </p:txBody>
      </p:sp>
      <p:sp>
        <p:nvSpPr>
          <p:cNvPr id="10" name="TextBox 9"/>
          <p:cNvSpPr txBox="1"/>
          <p:nvPr userDrawn="1"/>
        </p:nvSpPr>
        <p:spPr>
          <a:xfrm>
            <a:off x="12602453" y="3912427"/>
            <a:ext cx="1237839" cy="369332"/>
          </a:xfrm>
          <a:prstGeom prst="rect">
            <a:avLst/>
          </a:prstGeom>
          <a:noFill/>
        </p:spPr>
        <p:txBody>
          <a:bodyPr wrap="none" rtlCol="0">
            <a:spAutoFit/>
          </a:bodyPr>
          <a:lstStyle/>
          <a:p>
            <a:r>
              <a:rPr lang="en-US" b="1" i="0" dirty="0">
                <a:solidFill>
                  <a:srgbClr val="FFFFFF"/>
                </a:solidFill>
                <a:effectLst/>
              </a:rPr>
              <a:t>Purple 40</a:t>
            </a:r>
            <a:endParaRPr lang="en-US" b="1" dirty="0">
              <a:solidFill>
                <a:srgbClr val="FFFFFF"/>
              </a:solidFill>
            </a:endParaRPr>
          </a:p>
        </p:txBody>
      </p:sp>
      <p:sp>
        <p:nvSpPr>
          <p:cNvPr id="13" name="TextBox 12"/>
          <p:cNvSpPr txBox="1"/>
          <p:nvPr userDrawn="1"/>
        </p:nvSpPr>
        <p:spPr>
          <a:xfrm>
            <a:off x="14334144" y="3912427"/>
            <a:ext cx="1449436" cy="369332"/>
          </a:xfrm>
          <a:prstGeom prst="rect">
            <a:avLst/>
          </a:prstGeom>
          <a:noFill/>
        </p:spPr>
        <p:txBody>
          <a:bodyPr wrap="none" rtlCol="0">
            <a:spAutoFit/>
          </a:bodyPr>
          <a:lstStyle/>
          <a:p>
            <a:r>
              <a:rPr lang="en-US" b="1" dirty="0">
                <a:solidFill>
                  <a:srgbClr val="FFFFFF"/>
                </a:solidFill>
              </a:rPr>
              <a:t>Magenta</a:t>
            </a:r>
            <a:r>
              <a:rPr lang="en-US" b="1" i="0" dirty="0">
                <a:solidFill>
                  <a:srgbClr val="FFFFFF"/>
                </a:solidFill>
                <a:effectLst/>
              </a:rPr>
              <a:t> 40</a:t>
            </a:r>
            <a:endParaRPr lang="en-US" b="1" dirty="0">
              <a:solidFill>
                <a:srgbClr val="FFFFFF"/>
              </a:solidFill>
            </a:endParaRPr>
          </a:p>
        </p:txBody>
      </p:sp>
      <p:sp>
        <p:nvSpPr>
          <p:cNvPr id="14" name="TextBox 13"/>
          <p:cNvSpPr txBox="1"/>
          <p:nvPr userDrawn="1"/>
        </p:nvSpPr>
        <p:spPr>
          <a:xfrm>
            <a:off x="16404771" y="3912427"/>
            <a:ext cx="966355" cy="369332"/>
          </a:xfrm>
          <a:prstGeom prst="rect">
            <a:avLst/>
          </a:prstGeom>
          <a:noFill/>
        </p:spPr>
        <p:txBody>
          <a:bodyPr wrap="none" rtlCol="0">
            <a:spAutoFit/>
          </a:bodyPr>
          <a:lstStyle/>
          <a:p>
            <a:r>
              <a:rPr lang="en-US" b="1" dirty="0">
                <a:solidFill>
                  <a:srgbClr val="FFFFFF"/>
                </a:solidFill>
              </a:rPr>
              <a:t>Teal</a:t>
            </a:r>
            <a:r>
              <a:rPr lang="en-US" b="1" i="0" dirty="0">
                <a:solidFill>
                  <a:srgbClr val="FFFFFF"/>
                </a:solidFill>
                <a:effectLst/>
              </a:rPr>
              <a:t> 40</a:t>
            </a:r>
            <a:endParaRPr lang="en-US" b="1" dirty="0">
              <a:solidFill>
                <a:srgbClr val="FFFFFF"/>
              </a:solidFill>
            </a:endParaRPr>
          </a:p>
        </p:txBody>
      </p:sp>
      <p:sp>
        <p:nvSpPr>
          <p:cNvPr id="15" name="TextBox 14"/>
          <p:cNvSpPr txBox="1"/>
          <p:nvPr userDrawn="1"/>
        </p:nvSpPr>
        <p:spPr>
          <a:xfrm>
            <a:off x="18206642" y="3912427"/>
            <a:ext cx="1055097" cy="369332"/>
          </a:xfrm>
          <a:prstGeom prst="rect">
            <a:avLst/>
          </a:prstGeom>
          <a:noFill/>
        </p:spPr>
        <p:txBody>
          <a:bodyPr wrap="none" rtlCol="0">
            <a:spAutoFit/>
          </a:bodyPr>
          <a:lstStyle/>
          <a:p>
            <a:r>
              <a:rPr lang="en-US" b="1" dirty="0">
                <a:solidFill>
                  <a:srgbClr val="FFFFFF"/>
                </a:solidFill>
              </a:rPr>
              <a:t>Cyan</a:t>
            </a:r>
            <a:r>
              <a:rPr lang="en-US" b="1" i="0" dirty="0">
                <a:solidFill>
                  <a:srgbClr val="FFFFFF"/>
                </a:solidFill>
                <a:effectLst/>
              </a:rPr>
              <a:t> 40</a:t>
            </a:r>
            <a:endParaRPr lang="en-US" b="1" dirty="0">
              <a:solidFill>
                <a:srgbClr val="FFFFFF"/>
              </a:solidFill>
            </a:endParaRPr>
          </a:p>
        </p:txBody>
      </p:sp>
      <p:sp>
        <p:nvSpPr>
          <p:cNvPr id="16" name="Rectangle 15"/>
          <p:cNvSpPr/>
          <p:nvPr userDrawn="1"/>
        </p:nvSpPr>
        <p:spPr>
          <a:xfrm>
            <a:off x="12625444" y="4418033"/>
            <a:ext cx="1235879" cy="1235878"/>
          </a:xfrm>
          <a:prstGeom prst="rect">
            <a:avLst/>
          </a:prstGeom>
          <a:solidFill>
            <a:srgbClr val="8A3FFC"/>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latin typeface="IBM Plex Sans" panose="020B0503050203000203" pitchFamily="34" charset="0"/>
              </a:rPr>
              <a:t>#8A3FFC</a:t>
            </a:r>
            <a:endParaRPr lang="en-US" dirty="0">
              <a:solidFill>
                <a:schemeClr val="bg2"/>
              </a:solidFill>
              <a:latin typeface="IBM Plex Sans" panose="020B0503050203000203" pitchFamily="34" charset="0"/>
            </a:endParaRPr>
          </a:p>
        </p:txBody>
      </p:sp>
      <p:sp>
        <p:nvSpPr>
          <p:cNvPr id="17" name="Rectangle 16"/>
          <p:cNvSpPr/>
          <p:nvPr userDrawn="1"/>
        </p:nvSpPr>
        <p:spPr>
          <a:xfrm>
            <a:off x="18071881" y="4418033"/>
            <a:ext cx="1235879" cy="1235878"/>
          </a:xfrm>
          <a:prstGeom prst="rect">
            <a:avLst/>
          </a:prstGeom>
          <a:solidFill>
            <a:srgbClr val="0072C3"/>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latin typeface="IBM Plex Sans" panose="020B0503050203000203" pitchFamily="34" charset="0"/>
              </a:rPr>
              <a:t>#0072C3</a:t>
            </a:r>
            <a:endParaRPr lang="en-US" dirty="0">
              <a:solidFill>
                <a:schemeClr val="bg2"/>
              </a:solidFill>
              <a:latin typeface="IBM Plex Sans" panose="020B0503050203000203" pitchFamily="34" charset="0"/>
            </a:endParaRPr>
          </a:p>
        </p:txBody>
      </p:sp>
      <p:sp>
        <p:nvSpPr>
          <p:cNvPr id="18" name="Rectangle 17"/>
          <p:cNvSpPr/>
          <p:nvPr userDrawn="1"/>
        </p:nvSpPr>
        <p:spPr>
          <a:xfrm>
            <a:off x="14440923" y="4418033"/>
            <a:ext cx="1235879" cy="1235878"/>
          </a:xfrm>
          <a:prstGeom prst="rect">
            <a:avLst/>
          </a:prstGeom>
          <a:solidFill>
            <a:srgbClr val="D02670"/>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latin typeface="IBM Plex Sans" panose="020B0503050203000203" pitchFamily="34" charset="0"/>
              </a:rPr>
              <a:t>#D02670</a:t>
            </a:r>
            <a:endParaRPr lang="en-US" dirty="0">
              <a:solidFill>
                <a:schemeClr val="bg2"/>
              </a:solidFill>
              <a:latin typeface="IBM Plex Sans" panose="020B0503050203000203" pitchFamily="34" charset="0"/>
            </a:endParaRPr>
          </a:p>
        </p:txBody>
      </p:sp>
      <p:sp>
        <p:nvSpPr>
          <p:cNvPr id="19" name="Rectangle 18"/>
          <p:cNvSpPr/>
          <p:nvPr userDrawn="1"/>
        </p:nvSpPr>
        <p:spPr>
          <a:xfrm>
            <a:off x="16256402" y="4418033"/>
            <a:ext cx="1235879" cy="1235878"/>
          </a:xfrm>
          <a:prstGeom prst="rect">
            <a:avLst/>
          </a:prstGeom>
          <a:solidFill>
            <a:srgbClr val="007D79"/>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latin typeface="IBM Plex Sans" panose="020B0503050203000203" pitchFamily="34" charset="0"/>
              </a:rPr>
              <a:t>#007D79</a:t>
            </a:r>
            <a:endParaRPr lang="en-US" dirty="0">
              <a:solidFill>
                <a:schemeClr val="bg2"/>
              </a:solidFill>
              <a:latin typeface="IBM Plex Sans" panose="020B0503050203000203" pitchFamily="34" charset="0"/>
            </a:endParaRPr>
          </a:p>
        </p:txBody>
      </p:sp>
      <p:sp>
        <p:nvSpPr>
          <p:cNvPr id="20" name="TextBox 19"/>
          <p:cNvSpPr txBox="1"/>
          <p:nvPr userDrawn="1"/>
        </p:nvSpPr>
        <p:spPr>
          <a:xfrm>
            <a:off x="12602453" y="5602152"/>
            <a:ext cx="1237839" cy="369332"/>
          </a:xfrm>
          <a:prstGeom prst="rect">
            <a:avLst/>
          </a:prstGeom>
          <a:noFill/>
        </p:spPr>
        <p:txBody>
          <a:bodyPr wrap="none" rtlCol="0">
            <a:spAutoFit/>
          </a:bodyPr>
          <a:lstStyle/>
          <a:p>
            <a:r>
              <a:rPr lang="en-US" b="1" i="0" dirty="0">
                <a:solidFill>
                  <a:srgbClr val="FFFFFF"/>
                </a:solidFill>
                <a:effectLst/>
              </a:rPr>
              <a:t>Purple 60</a:t>
            </a:r>
            <a:endParaRPr lang="en-US" b="1" dirty="0">
              <a:solidFill>
                <a:srgbClr val="FFFFFF"/>
              </a:solidFill>
            </a:endParaRPr>
          </a:p>
        </p:txBody>
      </p:sp>
      <p:sp>
        <p:nvSpPr>
          <p:cNvPr id="21" name="TextBox 20"/>
          <p:cNvSpPr txBox="1"/>
          <p:nvPr userDrawn="1"/>
        </p:nvSpPr>
        <p:spPr>
          <a:xfrm>
            <a:off x="14334144" y="5602152"/>
            <a:ext cx="1448025" cy="369332"/>
          </a:xfrm>
          <a:prstGeom prst="rect">
            <a:avLst/>
          </a:prstGeom>
          <a:noFill/>
        </p:spPr>
        <p:txBody>
          <a:bodyPr wrap="none" rtlCol="0">
            <a:spAutoFit/>
          </a:bodyPr>
          <a:lstStyle/>
          <a:p>
            <a:r>
              <a:rPr lang="en-US" b="1" dirty="0">
                <a:solidFill>
                  <a:srgbClr val="FFFFFF"/>
                </a:solidFill>
              </a:rPr>
              <a:t>Magenta</a:t>
            </a:r>
            <a:r>
              <a:rPr lang="en-US" b="1" i="0" dirty="0">
                <a:solidFill>
                  <a:srgbClr val="FFFFFF"/>
                </a:solidFill>
                <a:effectLst/>
              </a:rPr>
              <a:t> 60</a:t>
            </a:r>
            <a:endParaRPr lang="en-US" b="1" dirty="0">
              <a:solidFill>
                <a:srgbClr val="FFFFFF"/>
              </a:solidFill>
            </a:endParaRPr>
          </a:p>
        </p:txBody>
      </p:sp>
      <p:sp>
        <p:nvSpPr>
          <p:cNvPr id="22" name="TextBox 21"/>
          <p:cNvSpPr txBox="1"/>
          <p:nvPr userDrawn="1"/>
        </p:nvSpPr>
        <p:spPr>
          <a:xfrm>
            <a:off x="16404771" y="5602152"/>
            <a:ext cx="966931" cy="369332"/>
          </a:xfrm>
          <a:prstGeom prst="rect">
            <a:avLst/>
          </a:prstGeom>
          <a:noFill/>
        </p:spPr>
        <p:txBody>
          <a:bodyPr wrap="none" rtlCol="0">
            <a:spAutoFit/>
          </a:bodyPr>
          <a:lstStyle/>
          <a:p>
            <a:r>
              <a:rPr lang="en-US" b="1" dirty="0">
                <a:solidFill>
                  <a:srgbClr val="FFFFFF"/>
                </a:solidFill>
              </a:rPr>
              <a:t>Teal</a:t>
            </a:r>
            <a:r>
              <a:rPr lang="en-US" b="1" i="0" dirty="0">
                <a:solidFill>
                  <a:srgbClr val="FFFFFF"/>
                </a:solidFill>
                <a:effectLst/>
              </a:rPr>
              <a:t> 60</a:t>
            </a:r>
            <a:endParaRPr lang="en-US" b="1" dirty="0">
              <a:solidFill>
                <a:srgbClr val="FFFFFF"/>
              </a:solidFill>
            </a:endParaRPr>
          </a:p>
        </p:txBody>
      </p:sp>
      <p:sp>
        <p:nvSpPr>
          <p:cNvPr id="23" name="TextBox 22"/>
          <p:cNvSpPr txBox="1"/>
          <p:nvPr userDrawn="1"/>
        </p:nvSpPr>
        <p:spPr>
          <a:xfrm>
            <a:off x="18206642" y="5602152"/>
            <a:ext cx="1055097" cy="369332"/>
          </a:xfrm>
          <a:prstGeom prst="rect">
            <a:avLst/>
          </a:prstGeom>
          <a:noFill/>
        </p:spPr>
        <p:txBody>
          <a:bodyPr wrap="none" rtlCol="0">
            <a:spAutoFit/>
          </a:bodyPr>
          <a:lstStyle/>
          <a:p>
            <a:r>
              <a:rPr lang="en-US" b="1" dirty="0">
                <a:solidFill>
                  <a:srgbClr val="FFFFFF"/>
                </a:solidFill>
              </a:rPr>
              <a:t>Cyan</a:t>
            </a:r>
            <a:r>
              <a:rPr lang="en-US" b="1" i="0" dirty="0">
                <a:solidFill>
                  <a:srgbClr val="FFFFFF"/>
                </a:solidFill>
                <a:effectLst/>
              </a:rPr>
              <a:t> 60</a:t>
            </a:r>
            <a:endParaRPr lang="en-US" b="1" dirty="0">
              <a:solidFill>
                <a:srgbClr val="FFFFFF"/>
              </a:solidFill>
            </a:endParaRPr>
          </a:p>
        </p:txBody>
      </p:sp>
      <p:sp>
        <p:nvSpPr>
          <p:cNvPr id="24" name="Rectangle 23"/>
          <p:cNvSpPr/>
          <p:nvPr userDrawn="1"/>
        </p:nvSpPr>
        <p:spPr>
          <a:xfrm>
            <a:off x="19512379" y="2712316"/>
            <a:ext cx="1267863" cy="1267862"/>
          </a:xfrm>
          <a:prstGeom prst="rect">
            <a:avLst/>
          </a:prstGeom>
          <a:solidFill>
            <a:srgbClr val="121619"/>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bg2"/>
                </a:solidFill>
                <a:latin typeface="IBM Plex Sans" panose="020B0503050203000203" pitchFamily="34" charset="0"/>
              </a:rPr>
              <a:t>Icon</a:t>
            </a:r>
            <a:endParaRPr lang="en-US" dirty="0">
              <a:solidFill>
                <a:schemeClr val="bg2"/>
              </a:solidFill>
              <a:latin typeface="IBM Plex Sans" panose="020B0503050203000203" pitchFamily="34" charset="0"/>
            </a:endParaRPr>
          </a:p>
          <a:p>
            <a:pPr algn="ctr"/>
            <a:r>
              <a:rPr lang="en-US" dirty="0">
                <a:solidFill>
                  <a:schemeClr val="bg2"/>
                </a:solidFill>
                <a:latin typeface="IBM Plex Sans" panose="020B0503050203000203" pitchFamily="34" charset="0"/>
              </a:rPr>
              <a:t>#</a:t>
            </a:r>
            <a:r>
              <a:rPr lang="en-US" b="0" i="0" dirty="0">
                <a:solidFill>
                  <a:srgbClr val="FFFFFF"/>
                </a:solidFill>
                <a:effectLst/>
                <a:latin typeface="IBM Plex Mono" panose="020B0509050203000203" pitchFamily="49" charset="0"/>
              </a:rPr>
              <a:t>000000</a:t>
            </a:r>
            <a:endParaRPr lang="en-US" dirty="0">
              <a:solidFill>
                <a:schemeClr val="bg2"/>
              </a:solidFill>
              <a:latin typeface="IBM Plex Sans" panose="020B0503050203000203" pitchFamily="34" charset="0"/>
            </a:endParaRPr>
          </a:p>
        </p:txBody>
      </p:sp>
      <p:sp>
        <p:nvSpPr>
          <p:cNvPr id="25" name="Rectangle 24"/>
          <p:cNvSpPr/>
          <p:nvPr userDrawn="1"/>
        </p:nvSpPr>
        <p:spPr>
          <a:xfrm>
            <a:off x="19510690" y="4403963"/>
            <a:ext cx="1264019" cy="1264018"/>
          </a:xfrm>
          <a:prstGeom prst="rect">
            <a:avLst/>
          </a:prstGeom>
          <a:solidFill>
            <a:srgbClr val="FFFF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rgbClr val="262626"/>
                </a:solidFill>
                <a:latin typeface="IBM Plex Sans" panose="020B0503050203000203" pitchFamily="34" charset="0"/>
              </a:rPr>
              <a:t>Icon</a:t>
            </a:r>
            <a:endParaRPr lang="en-US" dirty="0">
              <a:solidFill>
                <a:srgbClr val="262626"/>
              </a:solidFill>
              <a:latin typeface="IBM Plex Sans" panose="020B0503050203000203" pitchFamily="34" charset="0"/>
            </a:endParaRPr>
          </a:p>
          <a:p>
            <a:pPr algn="ctr"/>
            <a:r>
              <a:rPr lang="en-US" dirty="0">
                <a:solidFill>
                  <a:srgbClr val="262626"/>
                </a:solidFill>
                <a:latin typeface="IBM Plex Sans" panose="020B0503050203000203" pitchFamily="34" charset="0"/>
              </a:rPr>
              <a:t>#</a:t>
            </a:r>
            <a:r>
              <a:rPr lang="en-US" b="0" i="0" dirty="0">
                <a:solidFill>
                  <a:srgbClr val="262626"/>
                </a:solidFill>
                <a:effectLst/>
                <a:latin typeface="IBM Plex Mono" panose="020B0509050203000203" pitchFamily="49" charset="0"/>
              </a:rPr>
              <a:t>FFFFFF</a:t>
            </a:r>
            <a:endParaRPr lang="en-US" dirty="0">
              <a:solidFill>
                <a:srgbClr val="262626"/>
              </a:solidFill>
              <a:latin typeface="IBM Plex Sans" panose="020B0503050203000203" pitchFamily="34" charset="0"/>
            </a:endParaRPr>
          </a:p>
        </p:txBody>
      </p:sp>
      <p:sp>
        <p:nvSpPr>
          <p:cNvPr id="26" name="Rectangle 25"/>
          <p:cNvSpPr/>
          <p:nvPr userDrawn="1"/>
        </p:nvSpPr>
        <p:spPr>
          <a:xfrm>
            <a:off x="12625444" y="1072749"/>
            <a:ext cx="1235879" cy="1235878"/>
          </a:xfrm>
          <a:prstGeom prst="rect">
            <a:avLst/>
          </a:prstGeom>
          <a:solidFill>
            <a:srgbClr val="F6F2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#F6F2FF</a:t>
            </a:r>
            <a:endParaRPr lang="en-US" dirty="0">
              <a:solidFill>
                <a:srgbClr val="262626"/>
              </a:solidFill>
              <a:latin typeface="IBM Plex Sans" panose="020B0503050203000203" pitchFamily="34" charset="0"/>
            </a:endParaRPr>
          </a:p>
        </p:txBody>
      </p:sp>
      <p:sp>
        <p:nvSpPr>
          <p:cNvPr id="27" name="Rectangle 26"/>
          <p:cNvSpPr/>
          <p:nvPr userDrawn="1"/>
        </p:nvSpPr>
        <p:spPr>
          <a:xfrm>
            <a:off x="18071881" y="1072749"/>
            <a:ext cx="1235879" cy="1235878"/>
          </a:xfrm>
          <a:prstGeom prst="rect">
            <a:avLst/>
          </a:prstGeom>
          <a:solidFill>
            <a:srgbClr val="E5F6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#E5F6FF</a:t>
            </a:r>
            <a:endParaRPr lang="en-US" dirty="0">
              <a:solidFill>
                <a:srgbClr val="262626"/>
              </a:solidFill>
              <a:latin typeface="IBM Plex Sans" panose="020B0503050203000203" pitchFamily="34" charset="0"/>
            </a:endParaRPr>
          </a:p>
        </p:txBody>
      </p:sp>
      <p:sp>
        <p:nvSpPr>
          <p:cNvPr id="28" name="Rectangle 27"/>
          <p:cNvSpPr/>
          <p:nvPr userDrawn="1"/>
        </p:nvSpPr>
        <p:spPr>
          <a:xfrm>
            <a:off x="14440923" y="1072749"/>
            <a:ext cx="1235879" cy="1235878"/>
          </a:xfrm>
          <a:prstGeom prst="rect">
            <a:avLst/>
          </a:prstGeom>
          <a:solidFill>
            <a:srgbClr val="FFF0F7"/>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#FFF0F7</a:t>
            </a:r>
            <a:endParaRPr lang="en-US" dirty="0">
              <a:solidFill>
                <a:srgbClr val="262626"/>
              </a:solidFill>
              <a:latin typeface="IBM Plex Sans" panose="020B0503050203000203" pitchFamily="34" charset="0"/>
            </a:endParaRPr>
          </a:p>
        </p:txBody>
      </p:sp>
      <p:sp>
        <p:nvSpPr>
          <p:cNvPr id="29" name="Rectangle 28"/>
          <p:cNvSpPr/>
          <p:nvPr userDrawn="1"/>
        </p:nvSpPr>
        <p:spPr>
          <a:xfrm>
            <a:off x="16256402" y="1072749"/>
            <a:ext cx="1235879" cy="1235878"/>
          </a:xfrm>
          <a:prstGeom prst="rect">
            <a:avLst/>
          </a:prstGeom>
          <a:solidFill>
            <a:srgbClr val="D9FBFB"/>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#D9FBFB</a:t>
            </a:r>
            <a:endParaRPr lang="en-US" dirty="0">
              <a:solidFill>
                <a:srgbClr val="262626"/>
              </a:solidFill>
              <a:latin typeface="IBM Plex Sans" panose="020B0503050203000203" pitchFamily="34" charset="0"/>
            </a:endParaRPr>
          </a:p>
        </p:txBody>
      </p:sp>
      <p:sp>
        <p:nvSpPr>
          <p:cNvPr id="30" name="TextBox 29"/>
          <p:cNvSpPr txBox="1"/>
          <p:nvPr userDrawn="1"/>
        </p:nvSpPr>
        <p:spPr>
          <a:xfrm>
            <a:off x="12602453" y="2256868"/>
            <a:ext cx="1237839" cy="369332"/>
          </a:xfrm>
          <a:prstGeom prst="rect">
            <a:avLst/>
          </a:prstGeom>
          <a:noFill/>
        </p:spPr>
        <p:txBody>
          <a:bodyPr wrap="none" rtlCol="0">
            <a:spAutoFit/>
          </a:bodyPr>
          <a:lstStyle/>
          <a:p>
            <a:r>
              <a:rPr lang="en-US" b="1" i="0" dirty="0">
                <a:solidFill>
                  <a:srgbClr val="FFFFFF"/>
                </a:solidFill>
                <a:effectLst/>
              </a:rPr>
              <a:t>Purple 10</a:t>
            </a:r>
            <a:endParaRPr lang="en-US" b="1" dirty="0">
              <a:solidFill>
                <a:srgbClr val="FFFFFF"/>
              </a:solidFill>
            </a:endParaRPr>
          </a:p>
        </p:txBody>
      </p:sp>
      <p:sp>
        <p:nvSpPr>
          <p:cNvPr id="31" name="TextBox 30"/>
          <p:cNvSpPr txBox="1"/>
          <p:nvPr userDrawn="1"/>
        </p:nvSpPr>
        <p:spPr>
          <a:xfrm>
            <a:off x="14334144" y="2256868"/>
            <a:ext cx="1449436" cy="369332"/>
          </a:xfrm>
          <a:prstGeom prst="rect">
            <a:avLst/>
          </a:prstGeom>
          <a:noFill/>
        </p:spPr>
        <p:txBody>
          <a:bodyPr wrap="none" rtlCol="0">
            <a:spAutoFit/>
          </a:bodyPr>
          <a:lstStyle/>
          <a:p>
            <a:r>
              <a:rPr lang="en-US" b="1" dirty="0">
                <a:solidFill>
                  <a:srgbClr val="FFFFFF"/>
                </a:solidFill>
              </a:rPr>
              <a:t>Magenta</a:t>
            </a:r>
            <a:r>
              <a:rPr lang="en-US" b="1" i="0" dirty="0">
                <a:solidFill>
                  <a:srgbClr val="FFFFFF"/>
                </a:solidFill>
                <a:effectLst/>
              </a:rPr>
              <a:t> 10</a:t>
            </a:r>
            <a:endParaRPr lang="en-US" b="1" dirty="0">
              <a:solidFill>
                <a:srgbClr val="FFFFFF"/>
              </a:solidFill>
            </a:endParaRPr>
          </a:p>
        </p:txBody>
      </p:sp>
      <p:sp>
        <p:nvSpPr>
          <p:cNvPr id="32" name="TextBox 31"/>
          <p:cNvSpPr txBox="1"/>
          <p:nvPr userDrawn="1"/>
        </p:nvSpPr>
        <p:spPr>
          <a:xfrm>
            <a:off x="16404771" y="2256868"/>
            <a:ext cx="966355" cy="369332"/>
          </a:xfrm>
          <a:prstGeom prst="rect">
            <a:avLst/>
          </a:prstGeom>
          <a:noFill/>
        </p:spPr>
        <p:txBody>
          <a:bodyPr wrap="none" rtlCol="0">
            <a:spAutoFit/>
          </a:bodyPr>
          <a:lstStyle/>
          <a:p>
            <a:r>
              <a:rPr lang="en-US" b="1" dirty="0">
                <a:solidFill>
                  <a:srgbClr val="FFFFFF"/>
                </a:solidFill>
              </a:rPr>
              <a:t>Teal</a:t>
            </a:r>
            <a:r>
              <a:rPr lang="en-US" b="1" i="0" dirty="0">
                <a:solidFill>
                  <a:srgbClr val="FFFFFF"/>
                </a:solidFill>
                <a:effectLst/>
              </a:rPr>
              <a:t> 10</a:t>
            </a:r>
            <a:endParaRPr lang="en-US" b="1" dirty="0">
              <a:solidFill>
                <a:srgbClr val="FFFFFF"/>
              </a:solidFill>
            </a:endParaRPr>
          </a:p>
        </p:txBody>
      </p:sp>
      <p:sp>
        <p:nvSpPr>
          <p:cNvPr id="33" name="TextBox 32"/>
          <p:cNvSpPr txBox="1"/>
          <p:nvPr userDrawn="1"/>
        </p:nvSpPr>
        <p:spPr>
          <a:xfrm>
            <a:off x="18206642" y="2256868"/>
            <a:ext cx="1055097" cy="369332"/>
          </a:xfrm>
          <a:prstGeom prst="rect">
            <a:avLst/>
          </a:prstGeom>
          <a:noFill/>
        </p:spPr>
        <p:txBody>
          <a:bodyPr wrap="none" rtlCol="0">
            <a:spAutoFit/>
          </a:bodyPr>
          <a:lstStyle/>
          <a:p>
            <a:r>
              <a:rPr lang="en-US" b="1" dirty="0">
                <a:solidFill>
                  <a:srgbClr val="FFFFFF"/>
                </a:solidFill>
              </a:rPr>
              <a:t>Cyan</a:t>
            </a:r>
            <a:r>
              <a:rPr lang="en-US" b="1" i="0" dirty="0">
                <a:solidFill>
                  <a:srgbClr val="FFFFFF"/>
                </a:solidFill>
                <a:effectLst/>
              </a:rPr>
              <a:t> 10</a:t>
            </a:r>
            <a:endParaRPr lang="en-US" b="1" dirty="0">
              <a:solidFill>
                <a:srgbClr val="FFFFFF"/>
              </a:solidFill>
            </a:endParaRPr>
          </a:p>
        </p:txBody>
      </p:sp>
      <p:sp>
        <p:nvSpPr>
          <p:cNvPr id="34" name="Rectangle 33"/>
          <p:cNvSpPr/>
          <p:nvPr userDrawn="1"/>
        </p:nvSpPr>
        <p:spPr>
          <a:xfrm>
            <a:off x="16222135" y="-2341897"/>
            <a:ext cx="1267863" cy="1267862"/>
          </a:xfrm>
          <a:prstGeom prst="rect">
            <a:avLst/>
          </a:prstGeom>
          <a:solidFill>
            <a:srgbClr val="C1C7CD"/>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endParaRPr lang="en-US" dirty="0">
              <a:solidFill>
                <a:schemeClr val="tx1"/>
              </a:solidFill>
              <a:latin typeface="IBM Plex Sans" panose="020B0503050203000203" pitchFamily="34" charset="0"/>
            </a:endParaRPr>
          </a:p>
          <a:p>
            <a:pPr algn="ctr"/>
            <a:r>
              <a:rPr lang="en-US" dirty="0">
                <a:solidFill>
                  <a:schemeClr val="tx1"/>
                </a:solidFill>
                <a:latin typeface="IBM Plex Sans" panose="020B0503050203000203" pitchFamily="34" charset="0"/>
              </a:rPr>
              <a:t>#C1C7CD</a:t>
            </a:r>
            <a:endParaRPr lang="en-US" dirty="0">
              <a:solidFill>
                <a:schemeClr val="tx1"/>
              </a:solidFill>
              <a:latin typeface="IBM Plex Sans" panose="020B0503050203000203" pitchFamily="34" charset="0"/>
            </a:endParaRPr>
          </a:p>
        </p:txBody>
      </p:sp>
      <p:sp>
        <p:nvSpPr>
          <p:cNvPr id="37" name="Rectangle 36"/>
          <p:cNvSpPr/>
          <p:nvPr userDrawn="1"/>
        </p:nvSpPr>
        <p:spPr>
          <a:xfrm>
            <a:off x="16222135" y="-801901"/>
            <a:ext cx="1267863" cy="1267862"/>
          </a:xfrm>
          <a:prstGeom prst="rect">
            <a:avLst/>
          </a:prstGeom>
          <a:solidFill>
            <a:srgbClr val="F2F4F8"/>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endParaRPr lang="en-US" dirty="0">
              <a:solidFill>
                <a:schemeClr val="tx1"/>
              </a:solidFill>
              <a:latin typeface="IBM Plex Sans" panose="020B0503050203000203" pitchFamily="34" charset="0"/>
            </a:endParaRPr>
          </a:p>
          <a:p>
            <a:pPr algn="ctr"/>
            <a:r>
              <a:rPr lang="en-US" dirty="0">
                <a:solidFill>
                  <a:schemeClr val="tx1"/>
                </a:solidFill>
                <a:latin typeface="IBM Plex Sans" panose="020B0503050203000203" pitchFamily="34" charset="0"/>
              </a:rPr>
              <a:t>#F2F4F8</a:t>
            </a:r>
            <a:endParaRPr lang="en-US" dirty="0">
              <a:solidFill>
                <a:schemeClr val="tx1"/>
              </a:solidFill>
              <a:latin typeface="IBM Plex Sans" panose="020B0503050203000203" pitchFamily="34" charset="0"/>
            </a:endParaRPr>
          </a:p>
        </p:txBody>
      </p:sp>
      <p:sp>
        <p:nvSpPr>
          <p:cNvPr id="38" name="Rectangle 37"/>
          <p:cNvSpPr/>
          <p:nvPr userDrawn="1"/>
        </p:nvSpPr>
        <p:spPr>
          <a:xfrm>
            <a:off x="14397282" y="-2352139"/>
            <a:ext cx="1267863" cy="1267862"/>
          </a:xfrm>
          <a:prstGeom prst="rect">
            <a:avLst/>
          </a:prstGeom>
          <a:solidFill>
            <a:srgbClr val="BE95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endParaRPr lang="en-US" dirty="0">
              <a:solidFill>
                <a:schemeClr val="tx1"/>
              </a:solidFill>
              <a:latin typeface="IBM Plex Sans" panose="020B0503050203000203" pitchFamily="34" charset="0"/>
            </a:endParaRPr>
          </a:p>
          <a:p>
            <a:pPr algn="ctr"/>
            <a:r>
              <a:rPr lang="en-US" dirty="0">
                <a:solidFill>
                  <a:schemeClr val="tx1"/>
                </a:solidFill>
                <a:latin typeface="IBM Plex Sans" panose="020B0503050203000203" pitchFamily="34" charset="0"/>
              </a:rPr>
              <a:t>#BE95FF</a:t>
            </a:r>
            <a:endParaRPr lang="en-US" dirty="0">
              <a:solidFill>
                <a:schemeClr val="tx1"/>
              </a:solidFill>
              <a:latin typeface="IBM Plex Sans" panose="020B0503050203000203" pitchFamily="34" charset="0"/>
            </a:endParaRPr>
          </a:p>
        </p:txBody>
      </p:sp>
      <p:sp>
        <p:nvSpPr>
          <p:cNvPr id="39" name="Rectangle 38"/>
          <p:cNvSpPr/>
          <p:nvPr userDrawn="1"/>
        </p:nvSpPr>
        <p:spPr>
          <a:xfrm>
            <a:off x="14397282" y="-812143"/>
            <a:ext cx="1267863" cy="1267862"/>
          </a:xfrm>
          <a:prstGeom prst="rect">
            <a:avLst/>
          </a:prstGeom>
          <a:solidFill>
            <a:srgbClr val="33B1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endParaRPr lang="en-US" dirty="0">
              <a:solidFill>
                <a:schemeClr val="tx1"/>
              </a:solidFill>
              <a:latin typeface="IBM Plex Sans" panose="020B0503050203000203" pitchFamily="34" charset="0"/>
            </a:endParaRPr>
          </a:p>
          <a:p>
            <a:pPr algn="ctr"/>
            <a:r>
              <a:rPr lang="en-US" dirty="0">
                <a:solidFill>
                  <a:schemeClr val="tx1"/>
                </a:solidFill>
                <a:latin typeface="IBM Plex Sans" panose="020B0503050203000203" pitchFamily="34" charset="0"/>
              </a:rPr>
              <a:t>#33B1FF</a:t>
            </a:r>
            <a:endParaRPr lang="en-US" dirty="0">
              <a:solidFill>
                <a:schemeClr val="tx1"/>
              </a:solidFill>
              <a:latin typeface="IBM Plex Sans" panose="020B0503050203000203" pitchFamily="34" charset="0"/>
            </a:endParaRPr>
          </a:p>
        </p:txBody>
      </p:sp>
      <p:sp>
        <p:nvSpPr>
          <p:cNvPr id="42" name="Rectangle 41"/>
          <p:cNvSpPr/>
          <p:nvPr userDrawn="1"/>
        </p:nvSpPr>
        <p:spPr>
          <a:xfrm>
            <a:off x="12572429" y="-2309174"/>
            <a:ext cx="1267863" cy="1267862"/>
          </a:xfrm>
          <a:prstGeom prst="rect">
            <a:avLst/>
          </a:prstGeom>
          <a:solidFill>
            <a:srgbClr val="08BDBA"/>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endParaRPr lang="en-US" dirty="0">
              <a:solidFill>
                <a:schemeClr val="tx1"/>
              </a:solidFill>
              <a:latin typeface="IBM Plex Sans" panose="020B0503050203000203" pitchFamily="34" charset="0"/>
            </a:endParaRPr>
          </a:p>
          <a:p>
            <a:pPr algn="ctr"/>
            <a:r>
              <a:rPr lang="en-US" dirty="0">
                <a:solidFill>
                  <a:schemeClr val="tx1"/>
                </a:solidFill>
                <a:latin typeface="IBM Plex Sans" panose="020B0503050203000203" pitchFamily="34" charset="0"/>
              </a:rPr>
              <a:t>#08BDBA</a:t>
            </a:r>
            <a:endParaRPr lang="en-US" dirty="0">
              <a:solidFill>
                <a:schemeClr val="tx1"/>
              </a:solidFill>
              <a:latin typeface="IBM Plex Sans" panose="020B0503050203000203" pitchFamily="34" charset="0"/>
            </a:endParaRPr>
          </a:p>
        </p:txBody>
      </p:sp>
      <p:sp>
        <p:nvSpPr>
          <p:cNvPr id="43" name="Rectangle 42"/>
          <p:cNvSpPr/>
          <p:nvPr userDrawn="1"/>
        </p:nvSpPr>
        <p:spPr>
          <a:xfrm>
            <a:off x="12572429" y="-769178"/>
            <a:ext cx="1267863" cy="1267862"/>
          </a:xfrm>
          <a:prstGeom prst="rect">
            <a:avLst/>
          </a:prstGeom>
          <a:solidFill>
            <a:srgbClr val="78A9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endParaRPr lang="en-US" dirty="0">
              <a:solidFill>
                <a:schemeClr val="tx1"/>
              </a:solidFill>
              <a:latin typeface="IBM Plex Sans" panose="020B0503050203000203" pitchFamily="34" charset="0"/>
            </a:endParaRPr>
          </a:p>
          <a:p>
            <a:pPr algn="ctr"/>
            <a:r>
              <a:rPr lang="en-US" dirty="0">
                <a:solidFill>
                  <a:schemeClr val="tx1"/>
                </a:solidFill>
                <a:latin typeface="IBM Plex Sans" panose="020B0503050203000203" pitchFamily="34" charset="0"/>
              </a:rPr>
              <a:t>#78A9FF</a:t>
            </a:r>
            <a:endParaRPr lang="en-US" dirty="0">
              <a:solidFill>
                <a:schemeClr val="tx1"/>
              </a:solidFill>
              <a:latin typeface="IBM Plex Sans" panose="020B0503050203000203" pitchFamily="34" charset="0"/>
            </a:endParaRPr>
          </a:p>
        </p:txBody>
      </p:sp>
      <p:sp>
        <p:nvSpPr>
          <p:cNvPr id="46" name="Rectangle 45"/>
          <p:cNvSpPr/>
          <p:nvPr userDrawn="1"/>
        </p:nvSpPr>
        <p:spPr>
          <a:xfrm>
            <a:off x="17993876" y="-2309174"/>
            <a:ext cx="1267863" cy="1267862"/>
          </a:xfrm>
          <a:prstGeom prst="rect">
            <a:avLst/>
          </a:prstGeom>
          <a:solidFill>
            <a:srgbClr val="525252"/>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bg2"/>
                </a:solidFill>
                <a:latin typeface="IBM Plex Sans" panose="020B0503050203000203" pitchFamily="34" charset="0"/>
              </a:rPr>
              <a:t>Labels</a:t>
            </a:r>
            <a:endParaRPr lang="en-US" dirty="0">
              <a:solidFill>
                <a:schemeClr val="bg2"/>
              </a:solidFill>
              <a:latin typeface="IBM Plex Sans" panose="020B0503050203000203" pitchFamily="34" charset="0"/>
            </a:endParaRPr>
          </a:p>
          <a:p>
            <a:pPr algn="ctr"/>
            <a:r>
              <a:rPr lang="en-US" dirty="0">
                <a:solidFill>
                  <a:schemeClr val="bg2"/>
                </a:solidFill>
                <a:latin typeface="IBM Plex Sans" panose="020B0503050203000203" pitchFamily="34" charset="0"/>
              </a:rPr>
              <a:t>#525252</a:t>
            </a:r>
            <a:endParaRPr lang="en-US" dirty="0">
              <a:solidFill>
                <a:schemeClr val="bg2"/>
              </a:solidFill>
              <a:latin typeface="IBM Plex Sans" panose="020B0503050203000203" pitchFamily="34" charset="0"/>
            </a:endParaRPr>
          </a:p>
        </p:txBody>
      </p:sp>
      <p:sp>
        <p:nvSpPr>
          <p:cNvPr id="47" name="Rectangle 46"/>
          <p:cNvSpPr/>
          <p:nvPr userDrawn="1"/>
        </p:nvSpPr>
        <p:spPr>
          <a:xfrm>
            <a:off x="17993875" y="-812143"/>
            <a:ext cx="1267863" cy="1267862"/>
          </a:xfrm>
          <a:prstGeom prst="rect">
            <a:avLst/>
          </a:prstGeom>
          <a:solidFill>
            <a:srgbClr val="262626"/>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bg2"/>
                </a:solidFill>
                <a:latin typeface="IBM Plex Sans" panose="020B0503050203000203" pitchFamily="34" charset="0"/>
              </a:rPr>
              <a:t>Text</a:t>
            </a:r>
            <a:endParaRPr lang="en-US" dirty="0">
              <a:solidFill>
                <a:schemeClr val="bg2"/>
              </a:solidFill>
              <a:latin typeface="IBM Plex Sans" panose="020B0503050203000203" pitchFamily="34" charset="0"/>
            </a:endParaRPr>
          </a:p>
          <a:p>
            <a:pPr algn="ctr"/>
            <a:r>
              <a:rPr lang="en-US" dirty="0">
                <a:solidFill>
                  <a:schemeClr val="bg2"/>
                </a:solidFill>
                <a:latin typeface="IBM Plex Sans" panose="020B0503050203000203" pitchFamily="34" charset="0"/>
              </a:rPr>
              <a:t>#262626</a:t>
            </a:r>
            <a:endParaRPr lang="en-US" dirty="0">
              <a:solidFill>
                <a:schemeClr val="bg2"/>
              </a:solidFill>
              <a:latin typeface="IBM Plex Sans" panose="020B0503050203000203" pitchFamily="34" charset="0"/>
            </a:endParaRPr>
          </a:p>
        </p:txBody>
      </p:sp>
      <p:grpSp>
        <p:nvGrpSpPr>
          <p:cNvPr id="64" name="Group 63"/>
          <p:cNvGrpSpPr/>
          <p:nvPr userDrawn="1"/>
        </p:nvGrpSpPr>
        <p:grpSpPr>
          <a:xfrm>
            <a:off x="11094856" y="6244940"/>
            <a:ext cx="1098532" cy="613059"/>
            <a:chOff x="8965342" y="4231217"/>
            <a:chExt cx="1608171" cy="897474"/>
          </a:xfrm>
        </p:grpSpPr>
        <p:pic>
          <p:nvPicPr>
            <p:cNvPr id="60" name="Graphic 59"/>
            <p:cNvPicPr>
              <a:picLocks noChangeAspect="1"/>
            </p:cNvPicPr>
            <p:nvPr userDrawn="1"/>
          </p:nvPicPr>
          <p:blipFill>
            <a:blip r:embed="rId9">
              <a:extLst>
                <a:ext uri="{96DAC541-7B7A-43D3-8B79-37D633B846F1}">
                  <asvg:svgBlip xmlns:asvg="http://schemas.microsoft.com/office/drawing/2016/SVG/main" r:embed="rId10"/>
                </a:ext>
              </a:extLst>
            </a:blip>
            <a:stretch>
              <a:fillRect/>
            </a:stretch>
          </p:blipFill>
          <p:spPr>
            <a:xfrm>
              <a:off x="9321121" y="4418033"/>
              <a:ext cx="897474" cy="355817"/>
            </a:xfrm>
            <a:prstGeom prst="rect">
              <a:avLst/>
            </a:prstGeom>
          </p:spPr>
        </p:pic>
        <p:pic>
          <p:nvPicPr>
            <p:cNvPr id="61" name="Graphic 60" hidden="1"/>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a:off x="9321121" y="4772874"/>
              <a:ext cx="897474" cy="355817"/>
            </a:xfrm>
            <a:prstGeom prst="rect">
              <a:avLst/>
            </a:prstGeom>
          </p:spPr>
        </p:pic>
        <p:pic>
          <p:nvPicPr>
            <p:cNvPr id="62" name="Graphic 61" hidden="1"/>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rot="16200000">
              <a:off x="9946868" y="4502045"/>
              <a:ext cx="897474" cy="355817"/>
            </a:xfrm>
            <a:prstGeom prst="rect">
              <a:avLst/>
            </a:prstGeom>
          </p:spPr>
        </p:pic>
        <p:pic>
          <p:nvPicPr>
            <p:cNvPr id="63" name="Graphic 62" hidden="1"/>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rot="16200000">
              <a:off x="8694514" y="4502045"/>
              <a:ext cx="897474" cy="355817"/>
            </a:xfrm>
            <a:prstGeom prst="rect">
              <a:avLst/>
            </a:prstGeom>
          </p:spPr>
        </p:pic>
      </p:grpSp>
      <p:pic>
        <p:nvPicPr>
          <p:cNvPr id="66" name="Graphic 65"/>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a:off x="241053" y="6372101"/>
            <a:ext cx="1630680" cy="247650"/>
          </a:xfrm>
          <a:prstGeom prst="rect">
            <a:avLst/>
          </a:prstGeom>
        </p:spPr>
      </p:pic>
      <p:sp>
        <p:nvSpPr>
          <p:cNvPr id="67" name="Rectangle 66" hidden="1"/>
          <p:cNvSpPr/>
          <p:nvPr userDrawn="1"/>
        </p:nvSpPr>
        <p:spPr>
          <a:xfrm>
            <a:off x="-76201" y="6356350"/>
            <a:ext cx="12353925" cy="276797"/>
          </a:xfrm>
          <a:prstGeom prst="rect">
            <a:avLst/>
          </a:prstGeom>
          <a:noFill/>
          <a:ln w="28575">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5"/>
    </p:custDataLst>
  </p:cSld>
  <p:clrMap bg1="lt1" tx1="dk1" bg2="lt2" tx2="dk2" accent1="accent1" accent2="accent2" accent3="accent3" accent4="accent4" accent5="accent5" accent6="accent6" hlink="hlink" folHlink="folHlink"/>
  <p:sldLayoutIdLst>
    <p:sldLayoutId id="2147483656" r:id="rId1"/>
    <p:sldLayoutId id="2147483657" r:id="rId2"/>
    <p:sldLayoutId id="2147483658" r:id="rId3"/>
    <p:sldLayoutId id="2147483659" r:id="rId4"/>
    <p:sldLayoutId id="2147483660" r:id="rId5"/>
    <p:sldLayoutId id="2147483661" r:id="rId6"/>
  </p:sldLayoutIdLst>
  <p:txStyles>
    <p:titleStyle>
      <a:lvl1pPr algn="l" defTabSz="914400" rtl="0" eaLnBrk="1" latinLnBrk="0" hangingPunct="1">
        <a:lnSpc>
          <a:spcPct val="90000"/>
        </a:lnSpc>
        <a:spcBef>
          <a:spcPct val="0"/>
        </a:spcBef>
        <a:buNone/>
        <a:defRPr sz="4000" b="1" i="0" kern="1200">
          <a:solidFill>
            <a:srgbClr val="525252"/>
          </a:solidFill>
          <a:latin typeface="IBM Plex Sans SemiBold" panose="020B0503050203000203" pitchFamily="34" charset="0"/>
          <a:ea typeface="IBM Plex Sans SemiBold" panose="020B0503050203000203" pitchFamily="34" charset="0"/>
          <a:cs typeface="IBM Plex Sans SemiBold" panose="020B0503050203000203" pitchFamily="34" charset="0"/>
        </a:defRPr>
      </a:lvl1pPr>
    </p:titleStyle>
    <p:bodyStyle>
      <a:lvl1pPr marL="228600" indent="-228600" algn="l" defTabSz="914400" rtl="0" eaLnBrk="1" latinLnBrk="0" hangingPunct="1">
        <a:lnSpc>
          <a:spcPct val="90000"/>
        </a:lnSpc>
        <a:spcBef>
          <a:spcPts val="1000"/>
        </a:spcBef>
        <a:buFont typeface="Arial" panose="020B0604020202020204"/>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a:buChar char="•"/>
        <a:defRPr sz="1800" kern="1200">
          <a:solidFill>
            <a:srgbClr val="262626"/>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a:buChar char="•"/>
        <a:defRPr sz="1800" kern="1200">
          <a:solidFill>
            <a:srgbClr val="262626"/>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47850"/>
            <a:ext cx="10515600" cy="4351338"/>
          </a:xfrm>
          <a:prstGeom prst="rect">
            <a:avLst/>
          </a:prstGeom>
        </p:spPr>
        <p:txBody>
          <a:bodyPr vert="horz" lIns="91440" tIns="45720" rIns="91440" bIns="45720" rtlCol="0">
            <a:normAutofit/>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p:txBody>
      </p:sp>
      <p:pic>
        <p:nvPicPr>
          <p:cNvPr id="12" name="Picture 11" descr="Text, logo&#10;&#10;Description automatically generated"/>
          <p:cNvPicPr>
            <a:picLocks noChangeAspect="1"/>
          </p:cNvPicPr>
          <p:nvPr userDrawn="1"/>
        </p:nvPicPr>
        <p:blipFill rotWithShape="1">
          <a:blip r:embed="rId7">
            <a:alphaModFix amt="5000"/>
            <a:extLst>
              <a:ext uri="{BEBA8EAE-BF5A-486C-A8C5-ECC9F3942E4B}">
                <a14:imgProps xmlns:a14="http://schemas.microsoft.com/office/drawing/2010/main">
                  <a14:imgLayer r:embed="rId8">
                    <a14:imgEffect>
                      <a14:brightnessContrast contrast="-77000"/>
                    </a14:imgEffect>
                    <a14:imgEffect>
                      <a14:saturation sat="155000"/>
                    </a14:imgEffect>
                  </a14:imgLayer>
                </a14:imgProps>
              </a:ext>
            </a:extLst>
          </a:blip>
          <a:srcRect l="-1923" r="70315"/>
          <a:stretch>
            <a:fillRect/>
          </a:stretch>
        </p:blipFill>
        <p:spPr>
          <a:xfrm>
            <a:off x="3345127" y="1418811"/>
            <a:ext cx="5501746" cy="4826130"/>
          </a:xfrm>
          <a:prstGeom prst="rect">
            <a:avLst/>
          </a:prstGeom>
        </p:spPr>
      </p:pic>
      <p:sp>
        <p:nvSpPr>
          <p:cNvPr id="4" name="Rectangle 3"/>
          <p:cNvSpPr/>
          <p:nvPr userDrawn="1"/>
        </p:nvSpPr>
        <p:spPr>
          <a:xfrm>
            <a:off x="12625444" y="2728308"/>
            <a:ext cx="1235879" cy="1235878"/>
          </a:xfrm>
          <a:prstGeom prst="rect">
            <a:avLst/>
          </a:prstGeom>
          <a:solidFill>
            <a:srgbClr val="BE95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#BE95FF</a:t>
            </a:r>
            <a:endParaRPr lang="en-US" dirty="0">
              <a:solidFill>
                <a:srgbClr val="262626"/>
              </a:solidFill>
              <a:latin typeface="IBM Plex Sans" panose="020B0503050203000203" pitchFamily="34" charset="0"/>
            </a:endParaRPr>
          </a:p>
        </p:txBody>
      </p:sp>
      <p:sp>
        <p:nvSpPr>
          <p:cNvPr id="5" name="Rectangle 4"/>
          <p:cNvSpPr/>
          <p:nvPr userDrawn="1"/>
        </p:nvSpPr>
        <p:spPr>
          <a:xfrm>
            <a:off x="18071881" y="2728308"/>
            <a:ext cx="1235879" cy="1235878"/>
          </a:xfrm>
          <a:prstGeom prst="rect">
            <a:avLst/>
          </a:prstGeom>
          <a:solidFill>
            <a:srgbClr val="33B1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#33B1FF</a:t>
            </a:r>
            <a:endParaRPr lang="en-US" dirty="0">
              <a:solidFill>
                <a:srgbClr val="262626"/>
              </a:solidFill>
              <a:latin typeface="IBM Plex Sans" panose="020B0503050203000203" pitchFamily="34" charset="0"/>
            </a:endParaRPr>
          </a:p>
        </p:txBody>
      </p:sp>
      <p:sp>
        <p:nvSpPr>
          <p:cNvPr id="6" name="Rectangle 5"/>
          <p:cNvSpPr/>
          <p:nvPr userDrawn="1"/>
        </p:nvSpPr>
        <p:spPr>
          <a:xfrm>
            <a:off x="14440923" y="2728308"/>
            <a:ext cx="1235879" cy="1235878"/>
          </a:xfrm>
          <a:prstGeom prst="rect">
            <a:avLst/>
          </a:prstGeom>
          <a:solidFill>
            <a:srgbClr val="FF7EB6"/>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#FF7EB6</a:t>
            </a:r>
            <a:endParaRPr lang="en-US" dirty="0">
              <a:solidFill>
                <a:srgbClr val="262626"/>
              </a:solidFill>
              <a:latin typeface="IBM Plex Sans" panose="020B0503050203000203" pitchFamily="34" charset="0"/>
            </a:endParaRPr>
          </a:p>
        </p:txBody>
      </p:sp>
      <p:sp>
        <p:nvSpPr>
          <p:cNvPr id="9" name="Rectangle 8"/>
          <p:cNvSpPr/>
          <p:nvPr userDrawn="1"/>
        </p:nvSpPr>
        <p:spPr>
          <a:xfrm>
            <a:off x="16256402" y="2728308"/>
            <a:ext cx="1235879" cy="1235878"/>
          </a:xfrm>
          <a:prstGeom prst="rect">
            <a:avLst/>
          </a:prstGeom>
          <a:solidFill>
            <a:srgbClr val="08BDBA"/>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#08BDBA</a:t>
            </a:r>
            <a:endParaRPr lang="en-US" dirty="0">
              <a:solidFill>
                <a:srgbClr val="262626"/>
              </a:solidFill>
              <a:latin typeface="IBM Plex Sans" panose="020B0503050203000203" pitchFamily="34" charset="0"/>
            </a:endParaRPr>
          </a:p>
        </p:txBody>
      </p:sp>
      <p:sp>
        <p:nvSpPr>
          <p:cNvPr id="10" name="TextBox 9"/>
          <p:cNvSpPr txBox="1"/>
          <p:nvPr userDrawn="1"/>
        </p:nvSpPr>
        <p:spPr>
          <a:xfrm>
            <a:off x="12602453" y="3912427"/>
            <a:ext cx="1237839" cy="369332"/>
          </a:xfrm>
          <a:prstGeom prst="rect">
            <a:avLst/>
          </a:prstGeom>
          <a:noFill/>
        </p:spPr>
        <p:txBody>
          <a:bodyPr wrap="none" rtlCol="0">
            <a:spAutoFit/>
          </a:bodyPr>
          <a:lstStyle/>
          <a:p>
            <a:r>
              <a:rPr lang="en-US" b="1" i="0" dirty="0">
                <a:solidFill>
                  <a:srgbClr val="FFFFFF"/>
                </a:solidFill>
                <a:effectLst/>
              </a:rPr>
              <a:t>Purple 40</a:t>
            </a:r>
            <a:endParaRPr lang="en-US" b="1" dirty="0">
              <a:solidFill>
                <a:srgbClr val="FFFFFF"/>
              </a:solidFill>
            </a:endParaRPr>
          </a:p>
        </p:txBody>
      </p:sp>
      <p:sp>
        <p:nvSpPr>
          <p:cNvPr id="13" name="TextBox 12"/>
          <p:cNvSpPr txBox="1"/>
          <p:nvPr userDrawn="1"/>
        </p:nvSpPr>
        <p:spPr>
          <a:xfrm>
            <a:off x="14334144" y="3912427"/>
            <a:ext cx="1449436" cy="369332"/>
          </a:xfrm>
          <a:prstGeom prst="rect">
            <a:avLst/>
          </a:prstGeom>
          <a:noFill/>
        </p:spPr>
        <p:txBody>
          <a:bodyPr wrap="none" rtlCol="0">
            <a:spAutoFit/>
          </a:bodyPr>
          <a:lstStyle/>
          <a:p>
            <a:r>
              <a:rPr lang="en-US" b="1" dirty="0">
                <a:solidFill>
                  <a:srgbClr val="FFFFFF"/>
                </a:solidFill>
              </a:rPr>
              <a:t>Magenta</a:t>
            </a:r>
            <a:r>
              <a:rPr lang="en-US" b="1" i="0" dirty="0">
                <a:solidFill>
                  <a:srgbClr val="FFFFFF"/>
                </a:solidFill>
                <a:effectLst/>
              </a:rPr>
              <a:t> 40</a:t>
            </a:r>
            <a:endParaRPr lang="en-US" b="1" dirty="0">
              <a:solidFill>
                <a:srgbClr val="FFFFFF"/>
              </a:solidFill>
            </a:endParaRPr>
          </a:p>
        </p:txBody>
      </p:sp>
      <p:sp>
        <p:nvSpPr>
          <p:cNvPr id="14" name="TextBox 13"/>
          <p:cNvSpPr txBox="1"/>
          <p:nvPr userDrawn="1"/>
        </p:nvSpPr>
        <p:spPr>
          <a:xfrm>
            <a:off x="16404771" y="3912427"/>
            <a:ext cx="966355" cy="369332"/>
          </a:xfrm>
          <a:prstGeom prst="rect">
            <a:avLst/>
          </a:prstGeom>
          <a:noFill/>
        </p:spPr>
        <p:txBody>
          <a:bodyPr wrap="none" rtlCol="0">
            <a:spAutoFit/>
          </a:bodyPr>
          <a:lstStyle/>
          <a:p>
            <a:r>
              <a:rPr lang="en-US" b="1" dirty="0">
                <a:solidFill>
                  <a:srgbClr val="FFFFFF"/>
                </a:solidFill>
              </a:rPr>
              <a:t>Teal</a:t>
            </a:r>
            <a:r>
              <a:rPr lang="en-US" b="1" i="0" dirty="0">
                <a:solidFill>
                  <a:srgbClr val="FFFFFF"/>
                </a:solidFill>
                <a:effectLst/>
              </a:rPr>
              <a:t> 40</a:t>
            </a:r>
            <a:endParaRPr lang="en-US" b="1" dirty="0">
              <a:solidFill>
                <a:srgbClr val="FFFFFF"/>
              </a:solidFill>
            </a:endParaRPr>
          </a:p>
        </p:txBody>
      </p:sp>
      <p:sp>
        <p:nvSpPr>
          <p:cNvPr id="15" name="TextBox 14"/>
          <p:cNvSpPr txBox="1"/>
          <p:nvPr userDrawn="1"/>
        </p:nvSpPr>
        <p:spPr>
          <a:xfrm>
            <a:off x="18206642" y="3912427"/>
            <a:ext cx="1055097" cy="369332"/>
          </a:xfrm>
          <a:prstGeom prst="rect">
            <a:avLst/>
          </a:prstGeom>
          <a:noFill/>
        </p:spPr>
        <p:txBody>
          <a:bodyPr wrap="none" rtlCol="0">
            <a:spAutoFit/>
          </a:bodyPr>
          <a:lstStyle/>
          <a:p>
            <a:r>
              <a:rPr lang="en-US" b="1" dirty="0">
                <a:solidFill>
                  <a:srgbClr val="FFFFFF"/>
                </a:solidFill>
              </a:rPr>
              <a:t>Cyan</a:t>
            </a:r>
            <a:r>
              <a:rPr lang="en-US" b="1" i="0" dirty="0">
                <a:solidFill>
                  <a:srgbClr val="FFFFFF"/>
                </a:solidFill>
                <a:effectLst/>
              </a:rPr>
              <a:t> 40</a:t>
            </a:r>
            <a:endParaRPr lang="en-US" b="1" dirty="0">
              <a:solidFill>
                <a:srgbClr val="FFFFFF"/>
              </a:solidFill>
            </a:endParaRPr>
          </a:p>
        </p:txBody>
      </p:sp>
      <p:sp>
        <p:nvSpPr>
          <p:cNvPr id="16" name="Rectangle 15"/>
          <p:cNvSpPr/>
          <p:nvPr userDrawn="1"/>
        </p:nvSpPr>
        <p:spPr>
          <a:xfrm>
            <a:off x="12625444" y="4418033"/>
            <a:ext cx="1235879" cy="1235878"/>
          </a:xfrm>
          <a:prstGeom prst="rect">
            <a:avLst/>
          </a:prstGeom>
          <a:solidFill>
            <a:srgbClr val="8A3FFC"/>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latin typeface="IBM Plex Sans" panose="020B0503050203000203" pitchFamily="34" charset="0"/>
              </a:rPr>
              <a:t>#8A3FFC</a:t>
            </a:r>
            <a:endParaRPr lang="en-US" dirty="0">
              <a:solidFill>
                <a:schemeClr val="bg2"/>
              </a:solidFill>
              <a:latin typeface="IBM Plex Sans" panose="020B0503050203000203" pitchFamily="34" charset="0"/>
            </a:endParaRPr>
          </a:p>
        </p:txBody>
      </p:sp>
      <p:sp>
        <p:nvSpPr>
          <p:cNvPr id="17" name="Rectangle 16"/>
          <p:cNvSpPr/>
          <p:nvPr userDrawn="1"/>
        </p:nvSpPr>
        <p:spPr>
          <a:xfrm>
            <a:off x="18071881" y="4418033"/>
            <a:ext cx="1235879" cy="1235878"/>
          </a:xfrm>
          <a:prstGeom prst="rect">
            <a:avLst/>
          </a:prstGeom>
          <a:solidFill>
            <a:srgbClr val="0072C3"/>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latin typeface="IBM Plex Sans" panose="020B0503050203000203" pitchFamily="34" charset="0"/>
              </a:rPr>
              <a:t>#0072C3</a:t>
            </a:r>
            <a:endParaRPr lang="en-US" dirty="0">
              <a:solidFill>
                <a:schemeClr val="bg2"/>
              </a:solidFill>
              <a:latin typeface="IBM Plex Sans" panose="020B0503050203000203" pitchFamily="34" charset="0"/>
            </a:endParaRPr>
          </a:p>
        </p:txBody>
      </p:sp>
      <p:sp>
        <p:nvSpPr>
          <p:cNvPr id="18" name="Rectangle 17"/>
          <p:cNvSpPr/>
          <p:nvPr userDrawn="1"/>
        </p:nvSpPr>
        <p:spPr>
          <a:xfrm>
            <a:off x="14440923" y="4418033"/>
            <a:ext cx="1235879" cy="1235878"/>
          </a:xfrm>
          <a:prstGeom prst="rect">
            <a:avLst/>
          </a:prstGeom>
          <a:solidFill>
            <a:srgbClr val="D02670"/>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latin typeface="IBM Plex Sans" panose="020B0503050203000203" pitchFamily="34" charset="0"/>
              </a:rPr>
              <a:t>#D02670</a:t>
            </a:r>
            <a:endParaRPr lang="en-US" dirty="0">
              <a:solidFill>
                <a:schemeClr val="bg2"/>
              </a:solidFill>
              <a:latin typeface="IBM Plex Sans" panose="020B0503050203000203" pitchFamily="34" charset="0"/>
            </a:endParaRPr>
          </a:p>
        </p:txBody>
      </p:sp>
      <p:sp>
        <p:nvSpPr>
          <p:cNvPr id="19" name="Rectangle 18"/>
          <p:cNvSpPr/>
          <p:nvPr userDrawn="1"/>
        </p:nvSpPr>
        <p:spPr>
          <a:xfrm>
            <a:off x="16256402" y="4418033"/>
            <a:ext cx="1235879" cy="1235878"/>
          </a:xfrm>
          <a:prstGeom prst="rect">
            <a:avLst/>
          </a:prstGeom>
          <a:solidFill>
            <a:srgbClr val="007D79"/>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latin typeface="IBM Plex Sans" panose="020B0503050203000203" pitchFamily="34" charset="0"/>
              </a:rPr>
              <a:t>#007D79</a:t>
            </a:r>
            <a:endParaRPr lang="en-US" dirty="0">
              <a:solidFill>
                <a:schemeClr val="bg2"/>
              </a:solidFill>
              <a:latin typeface="IBM Plex Sans" panose="020B0503050203000203" pitchFamily="34" charset="0"/>
            </a:endParaRPr>
          </a:p>
        </p:txBody>
      </p:sp>
      <p:sp>
        <p:nvSpPr>
          <p:cNvPr id="20" name="TextBox 19"/>
          <p:cNvSpPr txBox="1"/>
          <p:nvPr userDrawn="1"/>
        </p:nvSpPr>
        <p:spPr>
          <a:xfrm>
            <a:off x="12602453" y="5602152"/>
            <a:ext cx="1237839" cy="369332"/>
          </a:xfrm>
          <a:prstGeom prst="rect">
            <a:avLst/>
          </a:prstGeom>
          <a:noFill/>
        </p:spPr>
        <p:txBody>
          <a:bodyPr wrap="none" rtlCol="0">
            <a:spAutoFit/>
          </a:bodyPr>
          <a:lstStyle/>
          <a:p>
            <a:r>
              <a:rPr lang="en-US" b="1" i="0" dirty="0">
                <a:solidFill>
                  <a:srgbClr val="FFFFFF"/>
                </a:solidFill>
                <a:effectLst/>
              </a:rPr>
              <a:t>Purple 60</a:t>
            </a:r>
            <a:endParaRPr lang="en-US" b="1" dirty="0">
              <a:solidFill>
                <a:srgbClr val="FFFFFF"/>
              </a:solidFill>
            </a:endParaRPr>
          </a:p>
        </p:txBody>
      </p:sp>
      <p:sp>
        <p:nvSpPr>
          <p:cNvPr id="21" name="TextBox 20"/>
          <p:cNvSpPr txBox="1"/>
          <p:nvPr userDrawn="1"/>
        </p:nvSpPr>
        <p:spPr>
          <a:xfrm>
            <a:off x="14334144" y="5602152"/>
            <a:ext cx="1448025" cy="369332"/>
          </a:xfrm>
          <a:prstGeom prst="rect">
            <a:avLst/>
          </a:prstGeom>
          <a:noFill/>
        </p:spPr>
        <p:txBody>
          <a:bodyPr wrap="none" rtlCol="0">
            <a:spAutoFit/>
          </a:bodyPr>
          <a:lstStyle/>
          <a:p>
            <a:r>
              <a:rPr lang="en-US" b="1" dirty="0">
                <a:solidFill>
                  <a:srgbClr val="FFFFFF"/>
                </a:solidFill>
              </a:rPr>
              <a:t>Magenta</a:t>
            </a:r>
            <a:r>
              <a:rPr lang="en-US" b="1" i="0" dirty="0">
                <a:solidFill>
                  <a:srgbClr val="FFFFFF"/>
                </a:solidFill>
                <a:effectLst/>
              </a:rPr>
              <a:t> 60</a:t>
            </a:r>
            <a:endParaRPr lang="en-US" b="1" dirty="0">
              <a:solidFill>
                <a:srgbClr val="FFFFFF"/>
              </a:solidFill>
            </a:endParaRPr>
          </a:p>
        </p:txBody>
      </p:sp>
      <p:sp>
        <p:nvSpPr>
          <p:cNvPr id="22" name="TextBox 21"/>
          <p:cNvSpPr txBox="1"/>
          <p:nvPr userDrawn="1"/>
        </p:nvSpPr>
        <p:spPr>
          <a:xfrm>
            <a:off x="16404771" y="5602152"/>
            <a:ext cx="966931" cy="369332"/>
          </a:xfrm>
          <a:prstGeom prst="rect">
            <a:avLst/>
          </a:prstGeom>
          <a:noFill/>
        </p:spPr>
        <p:txBody>
          <a:bodyPr wrap="none" rtlCol="0">
            <a:spAutoFit/>
          </a:bodyPr>
          <a:lstStyle/>
          <a:p>
            <a:r>
              <a:rPr lang="en-US" b="1" dirty="0">
                <a:solidFill>
                  <a:srgbClr val="FFFFFF"/>
                </a:solidFill>
              </a:rPr>
              <a:t>Teal</a:t>
            </a:r>
            <a:r>
              <a:rPr lang="en-US" b="1" i="0" dirty="0">
                <a:solidFill>
                  <a:srgbClr val="FFFFFF"/>
                </a:solidFill>
                <a:effectLst/>
              </a:rPr>
              <a:t> 60</a:t>
            </a:r>
            <a:endParaRPr lang="en-US" b="1" dirty="0">
              <a:solidFill>
                <a:srgbClr val="FFFFFF"/>
              </a:solidFill>
            </a:endParaRPr>
          </a:p>
        </p:txBody>
      </p:sp>
      <p:sp>
        <p:nvSpPr>
          <p:cNvPr id="23" name="TextBox 22"/>
          <p:cNvSpPr txBox="1"/>
          <p:nvPr userDrawn="1"/>
        </p:nvSpPr>
        <p:spPr>
          <a:xfrm>
            <a:off x="18206642" y="5602152"/>
            <a:ext cx="1055097" cy="369332"/>
          </a:xfrm>
          <a:prstGeom prst="rect">
            <a:avLst/>
          </a:prstGeom>
          <a:noFill/>
        </p:spPr>
        <p:txBody>
          <a:bodyPr wrap="none" rtlCol="0">
            <a:spAutoFit/>
          </a:bodyPr>
          <a:lstStyle/>
          <a:p>
            <a:r>
              <a:rPr lang="en-US" b="1" dirty="0">
                <a:solidFill>
                  <a:srgbClr val="FFFFFF"/>
                </a:solidFill>
              </a:rPr>
              <a:t>Cyan</a:t>
            </a:r>
            <a:r>
              <a:rPr lang="en-US" b="1" i="0" dirty="0">
                <a:solidFill>
                  <a:srgbClr val="FFFFFF"/>
                </a:solidFill>
                <a:effectLst/>
              </a:rPr>
              <a:t> 60</a:t>
            </a:r>
            <a:endParaRPr lang="en-US" b="1" dirty="0">
              <a:solidFill>
                <a:srgbClr val="FFFFFF"/>
              </a:solidFill>
            </a:endParaRPr>
          </a:p>
        </p:txBody>
      </p:sp>
      <p:sp>
        <p:nvSpPr>
          <p:cNvPr id="24" name="Rectangle 23"/>
          <p:cNvSpPr/>
          <p:nvPr userDrawn="1"/>
        </p:nvSpPr>
        <p:spPr>
          <a:xfrm>
            <a:off x="19512379" y="2712316"/>
            <a:ext cx="1267863" cy="1267862"/>
          </a:xfrm>
          <a:prstGeom prst="rect">
            <a:avLst/>
          </a:prstGeom>
          <a:solidFill>
            <a:srgbClr val="121619"/>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bg2"/>
                </a:solidFill>
                <a:latin typeface="IBM Plex Sans" panose="020B0503050203000203" pitchFamily="34" charset="0"/>
              </a:rPr>
              <a:t>Icon</a:t>
            </a:r>
            <a:endParaRPr lang="en-US" dirty="0">
              <a:solidFill>
                <a:schemeClr val="bg2"/>
              </a:solidFill>
              <a:latin typeface="IBM Plex Sans" panose="020B0503050203000203" pitchFamily="34" charset="0"/>
            </a:endParaRPr>
          </a:p>
          <a:p>
            <a:pPr algn="ctr"/>
            <a:r>
              <a:rPr lang="en-US" dirty="0">
                <a:solidFill>
                  <a:schemeClr val="bg2"/>
                </a:solidFill>
                <a:latin typeface="IBM Plex Sans" panose="020B0503050203000203" pitchFamily="34" charset="0"/>
              </a:rPr>
              <a:t>#</a:t>
            </a:r>
            <a:r>
              <a:rPr lang="en-US" b="0" i="0" dirty="0">
                <a:solidFill>
                  <a:srgbClr val="FFFFFF"/>
                </a:solidFill>
                <a:effectLst/>
                <a:latin typeface="IBM Plex Mono" panose="020B0509050203000203" pitchFamily="49" charset="0"/>
              </a:rPr>
              <a:t>000000</a:t>
            </a:r>
            <a:endParaRPr lang="en-US" dirty="0">
              <a:solidFill>
                <a:schemeClr val="bg2"/>
              </a:solidFill>
              <a:latin typeface="IBM Plex Sans" panose="020B0503050203000203" pitchFamily="34" charset="0"/>
            </a:endParaRPr>
          </a:p>
        </p:txBody>
      </p:sp>
      <p:sp>
        <p:nvSpPr>
          <p:cNvPr id="25" name="Rectangle 24"/>
          <p:cNvSpPr/>
          <p:nvPr userDrawn="1"/>
        </p:nvSpPr>
        <p:spPr>
          <a:xfrm>
            <a:off x="19510690" y="4403963"/>
            <a:ext cx="1264019" cy="1264018"/>
          </a:xfrm>
          <a:prstGeom prst="rect">
            <a:avLst/>
          </a:prstGeom>
          <a:solidFill>
            <a:srgbClr val="FFFF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rgbClr val="262626"/>
                </a:solidFill>
                <a:latin typeface="IBM Plex Sans" panose="020B0503050203000203" pitchFamily="34" charset="0"/>
              </a:rPr>
              <a:t>Icon</a:t>
            </a:r>
            <a:endParaRPr lang="en-US" dirty="0">
              <a:solidFill>
                <a:srgbClr val="262626"/>
              </a:solidFill>
              <a:latin typeface="IBM Plex Sans" panose="020B0503050203000203" pitchFamily="34" charset="0"/>
            </a:endParaRPr>
          </a:p>
          <a:p>
            <a:pPr algn="ctr"/>
            <a:r>
              <a:rPr lang="en-US" dirty="0">
                <a:solidFill>
                  <a:srgbClr val="262626"/>
                </a:solidFill>
                <a:latin typeface="IBM Plex Sans" panose="020B0503050203000203" pitchFamily="34" charset="0"/>
              </a:rPr>
              <a:t>#</a:t>
            </a:r>
            <a:r>
              <a:rPr lang="en-US" b="0" i="0" dirty="0">
                <a:solidFill>
                  <a:srgbClr val="262626"/>
                </a:solidFill>
                <a:effectLst/>
                <a:latin typeface="IBM Plex Mono" panose="020B0509050203000203" pitchFamily="49" charset="0"/>
              </a:rPr>
              <a:t>FFFFFF</a:t>
            </a:r>
            <a:endParaRPr lang="en-US" dirty="0">
              <a:solidFill>
                <a:srgbClr val="262626"/>
              </a:solidFill>
              <a:latin typeface="IBM Plex Sans" panose="020B0503050203000203" pitchFamily="34" charset="0"/>
            </a:endParaRPr>
          </a:p>
        </p:txBody>
      </p:sp>
      <p:sp>
        <p:nvSpPr>
          <p:cNvPr id="26" name="Rectangle 25"/>
          <p:cNvSpPr/>
          <p:nvPr userDrawn="1"/>
        </p:nvSpPr>
        <p:spPr>
          <a:xfrm>
            <a:off x="12625444" y="1072749"/>
            <a:ext cx="1235879" cy="1235878"/>
          </a:xfrm>
          <a:prstGeom prst="rect">
            <a:avLst/>
          </a:prstGeom>
          <a:solidFill>
            <a:srgbClr val="F6F2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#F6F2FF</a:t>
            </a:r>
            <a:endParaRPr lang="en-US" dirty="0">
              <a:solidFill>
                <a:srgbClr val="262626"/>
              </a:solidFill>
              <a:latin typeface="IBM Plex Sans" panose="020B0503050203000203" pitchFamily="34" charset="0"/>
            </a:endParaRPr>
          </a:p>
        </p:txBody>
      </p:sp>
      <p:sp>
        <p:nvSpPr>
          <p:cNvPr id="27" name="Rectangle 26"/>
          <p:cNvSpPr/>
          <p:nvPr userDrawn="1"/>
        </p:nvSpPr>
        <p:spPr>
          <a:xfrm>
            <a:off x="18071881" y="1072749"/>
            <a:ext cx="1235879" cy="1235878"/>
          </a:xfrm>
          <a:prstGeom prst="rect">
            <a:avLst/>
          </a:prstGeom>
          <a:solidFill>
            <a:srgbClr val="E5F6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#E5F6FF</a:t>
            </a:r>
            <a:endParaRPr lang="en-US" dirty="0">
              <a:solidFill>
                <a:srgbClr val="262626"/>
              </a:solidFill>
              <a:latin typeface="IBM Plex Sans" panose="020B0503050203000203" pitchFamily="34" charset="0"/>
            </a:endParaRPr>
          </a:p>
        </p:txBody>
      </p:sp>
      <p:sp>
        <p:nvSpPr>
          <p:cNvPr id="28" name="Rectangle 27"/>
          <p:cNvSpPr/>
          <p:nvPr userDrawn="1"/>
        </p:nvSpPr>
        <p:spPr>
          <a:xfrm>
            <a:off x="14440923" y="1072749"/>
            <a:ext cx="1235879" cy="1235878"/>
          </a:xfrm>
          <a:prstGeom prst="rect">
            <a:avLst/>
          </a:prstGeom>
          <a:solidFill>
            <a:srgbClr val="FFF0F7"/>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#FFF0F7</a:t>
            </a:r>
            <a:endParaRPr lang="en-US" dirty="0">
              <a:solidFill>
                <a:srgbClr val="262626"/>
              </a:solidFill>
              <a:latin typeface="IBM Plex Sans" panose="020B0503050203000203" pitchFamily="34" charset="0"/>
            </a:endParaRPr>
          </a:p>
        </p:txBody>
      </p:sp>
      <p:sp>
        <p:nvSpPr>
          <p:cNvPr id="29" name="Rectangle 28"/>
          <p:cNvSpPr/>
          <p:nvPr userDrawn="1"/>
        </p:nvSpPr>
        <p:spPr>
          <a:xfrm>
            <a:off x="16256402" y="1072749"/>
            <a:ext cx="1235879" cy="1235878"/>
          </a:xfrm>
          <a:prstGeom prst="rect">
            <a:avLst/>
          </a:prstGeom>
          <a:solidFill>
            <a:srgbClr val="D9FBFB"/>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#D9FBFB</a:t>
            </a:r>
            <a:endParaRPr lang="en-US" dirty="0">
              <a:solidFill>
                <a:srgbClr val="262626"/>
              </a:solidFill>
              <a:latin typeface="IBM Plex Sans" panose="020B0503050203000203" pitchFamily="34" charset="0"/>
            </a:endParaRPr>
          </a:p>
        </p:txBody>
      </p:sp>
      <p:sp>
        <p:nvSpPr>
          <p:cNvPr id="30" name="TextBox 29"/>
          <p:cNvSpPr txBox="1"/>
          <p:nvPr userDrawn="1"/>
        </p:nvSpPr>
        <p:spPr>
          <a:xfrm>
            <a:off x="12602453" y="2256868"/>
            <a:ext cx="1237839" cy="369332"/>
          </a:xfrm>
          <a:prstGeom prst="rect">
            <a:avLst/>
          </a:prstGeom>
          <a:noFill/>
        </p:spPr>
        <p:txBody>
          <a:bodyPr wrap="none" rtlCol="0">
            <a:spAutoFit/>
          </a:bodyPr>
          <a:lstStyle/>
          <a:p>
            <a:r>
              <a:rPr lang="en-US" b="1" i="0" dirty="0">
                <a:solidFill>
                  <a:srgbClr val="FFFFFF"/>
                </a:solidFill>
                <a:effectLst/>
              </a:rPr>
              <a:t>Purple 10</a:t>
            </a:r>
            <a:endParaRPr lang="en-US" b="1" dirty="0">
              <a:solidFill>
                <a:srgbClr val="FFFFFF"/>
              </a:solidFill>
            </a:endParaRPr>
          </a:p>
        </p:txBody>
      </p:sp>
      <p:sp>
        <p:nvSpPr>
          <p:cNvPr id="31" name="TextBox 30"/>
          <p:cNvSpPr txBox="1"/>
          <p:nvPr userDrawn="1"/>
        </p:nvSpPr>
        <p:spPr>
          <a:xfrm>
            <a:off x="14334144" y="2256868"/>
            <a:ext cx="1449436" cy="369332"/>
          </a:xfrm>
          <a:prstGeom prst="rect">
            <a:avLst/>
          </a:prstGeom>
          <a:noFill/>
        </p:spPr>
        <p:txBody>
          <a:bodyPr wrap="none" rtlCol="0">
            <a:spAutoFit/>
          </a:bodyPr>
          <a:lstStyle/>
          <a:p>
            <a:r>
              <a:rPr lang="en-US" b="1" dirty="0">
                <a:solidFill>
                  <a:srgbClr val="FFFFFF"/>
                </a:solidFill>
              </a:rPr>
              <a:t>Magenta</a:t>
            </a:r>
            <a:r>
              <a:rPr lang="en-US" b="1" i="0" dirty="0">
                <a:solidFill>
                  <a:srgbClr val="FFFFFF"/>
                </a:solidFill>
                <a:effectLst/>
              </a:rPr>
              <a:t> 10</a:t>
            </a:r>
            <a:endParaRPr lang="en-US" b="1" dirty="0">
              <a:solidFill>
                <a:srgbClr val="FFFFFF"/>
              </a:solidFill>
            </a:endParaRPr>
          </a:p>
        </p:txBody>
      </p:sp>
      <p:sp>
        <p:nvSpPr>
          <p:cNvPr id="32" name="TextBox 31"/>
          <p:cNvSpPr txBox="1"/>
          <p:nvPr userDrawn="1"/>
        </p:nvSpPr>
        <p:spPr>
          <a:xfrm>
            <a:off x="16404771" y="2256868"/>
            <a:ext cx="966355" cy="369332"/>
          </a:xfrm>
          <a:prstGeom prst="rect">
            <a:avLst/>
          </a:prstGeom>
          <a:noFill/>
        </p:spPr>
        <p:txBody>
          <a:bodyPr wrap="none" rtlCol="0">
            <a:spAutoFit/>
          </a:bodyPr>
          <a:lstStyle/>
          <a:p>
            <a:r>
              <a:rPr lang="en-US" b="1" dirty="0">
                <a:solidFill>
                  <a:srgbClr val="FFFFFF"/>
                </a:solidFill>
              </a:rPr>
              <a:t>Teal</a:t>
            </a:r>
            <a:r>
              <a:rPr lang="en-US" b="1" i="0" dirty="0">
                <a:solidFill>
                  <a:srgbClr val="FFFFFF"/>
                </a:solidFill>
                <a:effectLst/>
              </a:rPr>
              <a:t> 10</a:t>
            </a:r>
            <a:endParaRPr lang="en-US" b="1" dirty="0">
              <a:solidFill>
                <a:srgbClr val="FFFFFF"/>
              </a:solidFill>
            </a:endParaRPr>
          </a:p>
        </p:txBody>
      </p:sp>
      <p:sp>
        <p:nvSpPr>
          <p:cNvPr id="33" name="TextBox 32"/>
          <p:cNvSpPr txBox="1"/>
          <p:nvPr userDrawn="1"/>
        </p:nvSpPr>
        <p:spPr>
          <a:xfrm>
            <a:off x="18206642" y="2256868"/>
            <a:ext cx="1055097" cy="369332"/>
          </a:xfrm>
          <a:prstGeom prst="rect">
            <a:avLst/>
          </a:prstGeom>
          <a:noFill/>
        </p:spPr>
        <p:txBody>
          <a:bodyPr wrap="none" rtlCol="0">
            <a:spAutoFit/>
          </a:bodyPr>
          <a:lstStyle/>
          <a:p>
            <a:r>
              <a:rPr lang="en-US" b="1" dirty="0">
                <a:solidFill>
                  <a:srgbClr val="FFFFFF"/>
                </a:solidFill>
              </a:rPr>
              <a:t>Cyan</a:t>
            </a:r>
            <a:r>
              <a:rPr lang="en-US" b="1" i="0" dirty="0">
                <a:solidFill>
                  <a:srgbClr val="FFFFFF"/>
                </a:solidFill>
                <a:effectLst/>
              </a:rPr>
              <a:t> 10</a:t>
            </a:r>
            <a:endParaRPr lang="en-US" b="1" dirty="0">
              <a:solidFill>
                <a:srgbClr val="FFFFFF"/>
              </a:solidFill>
            </a:endParaRPr>
          </a:p>
        </p:txBody>
      </p:sp>
      <p:sp>
        <p:nvSpPr>
          <p:cNvPr id="34" name="Rectangle 33"/>
          <p:cNvSpPr/>
          <p:nvPr userDrawn="1"/>
        </p:nvSpPr>
        <p:spPr>
          <a:xfrm>
            <a:off x="16222135" y="-2341897"/>
            <a:ext cx="1267863" cy="1267862"/>
          </a:xfrm>
          <a:prstGeom prst="rect">
            <a:avLst/>
          </a:prstGeom>
          <a:solidFill>
            <a:srgbClr val="C1C7CD"/>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endParaRPr lang="en-US" dirty="0">
              <a:solidFill>
                <a:schemeClr val="tx1"/>
              </a:solidFill>
              <a:latin typeface="IBM Plex Sans" panose="020B0503050203000203" pitchFamily="34" charset="0"/>
            </a:endParaRPr>
          </a:p>
          <a:p>
            <a:pPr algn="ctr"/>
            <a:r>
              <a:rPr lang="en-US" dirty="0">
                <a:solidFill>
                  <a:schemeClr val="tx1"/>
                </a:solidFill>
                <a:latin typeface="IBM Plex Sans" panose="020B0503050203000203" pitchFamily="34" charset="0"/>
              </a:rPr>
              <a:t>#C1C7CD</a:t>
            </a:r>
            <a:endParaRPr lang="en-US" dirty="0">
              <a:solidFill>
                <a:schemeClr val="tx1"/>
              </a:solidFill>
              <a:latin typeface="IBM Plex Sans" panose="020B0503050203000203" pitchFamily="34" charset="0"/>
            </a:endParaRPr>
          </a:p>
        </p:txBody>
      </p:sp>
      <p:sp>
        <p:nvSpPr>
          <p:cNvPr id="37" name="Rectangle 36"/>
          <p:cNvSpPr/>
          <p:nvPr userDrawn="1"/>
        </p:nvSpPr>
        <p:spPr>
          <a:xfrm>
            <a:off x="16222135" y="-801901"/>
            <a:ext cx="1267863" cy="1267862"/>
          </a:xfrm>
          <a:prstGeom prst="rect">
            <a:avLst/>
          </a:prstGeom>
          <a:solidFill>
            <a:srgbClr val="F2F4F8"/>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endParaRPr lang="en-US" dirty="0">
              <a:solidFill>
                <a:schemeClr val="tx1"/>
              </a:solidFill>
              <a:latin typeface="IBM Plex Sans" panose="020B0503050203000203" pitchFamily="34" charset="0"/>
            </a:endParaRPr>
          </a:p>
          <a:p>
            <a:pPr algn="ctr"/>
            <a:r>
              <a:rPr lang="en-US" dirty="0">
                <a:solidFill>
                  <a:schemeClr val="tx1"/>
                </a:solidFill>
                <a:latin typeface="IBM Plex Sans" panose="020B0503050203000203" pitchFamily="34" charset="0"/>
              </a:rPr>
              <a:t>#F2F4F8</a:t>
            </a:r>
            <a:endParaRPr lang="en-US" dirty="0">
              <a:solidFill>
                <a:schemeClr val="tx1"/>
              </a:solidFill>
              <a:latin typeface="IBM Plex Sans" panose="020B0503050203000203" pitchFamily="34" charset="0"/>
            </a:endParaRPr>
          </a:p>
        </p:txBody>
      </p:sp>
      <p:sp>
        <p:nvSpPr>
          <p:cNvPr id="38" name="Rectangle 37"/>
          <p:cNvSpPr/>
          <p:nvPr userDrawn="1"/>
        </p:nvSpPr>
        <p:spPr>
          <a:xfrm>
            <a:off x="14397282" y="-2352139"/>
            <a:ext cx="1267863" cy="1267862"/>
          </a:xfrm>
          <a:prstGeom prst="rect">
            <a:avLst/>
          </a:prstGeom>
          <a:solidFill>
            <a:srgbClr val="BE95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endParaRPr lang="en-US" dirty="0">
              <a:solidFill>
                <a:schemeClr val="tx1"/>
              </a:solidFill>
              <a:latin typeface="IBM Plex Sans" panose="020B0503050203000203" pitchFamily="34" charset="0"/>
            </a:endParaRPr>
          </a:p>
          <a:p>
            <a:pPr algn="ctr"/>
            <a:r>
              <a:rPr lang="en-US" dirty="0">
                <a:solidFill>
                  <a:schemeClr val="tx1"/>
                </a:solidFill>
                <a:latin typeface="IBM Plex Sans" panose="020B0503050203000203" pitchFamily="34" charset="0"/>
              </a:rPr>
              <a:t>#BE95FF</a:t>
            </a:r>
            <a:endParaRPr lang="en-US" dirty="0">
              <a:solidFill>
                <a:schemeClr val="tx1"/>
              </a:solidFill>
              <a:latin typeface="IBM Plex Sans" panose="020B0503050203000203" pitchFamily="34" charset="0"/>
            </a:endParaRPr>
          </a:p>
        </p:txBody>
      </p:sp>
      <p:sp>
        <p:nvSpPr>
          <p:cNvPr id="39" name="Rectangle 38"/>
          <p:cNvSpPr/>
          <p:nvPr userDrawn="1"/>
        </p:nvSpPr>
        <p:spPr>
          <a:xfrm>
            <a:off x="14397282" y="-812143"/>
            <a:ext cx="1267863" cy="1267862"/>
          </a:xfrm>
          <a:prstGeom prst="rect">
            <a:avLst/>
          </a:prstGeom>
          <a:solidFill>
            <a:srgbClr val="33B1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endParaRPr lang="en-US" dirty="0">
              <a:solidFill>
                <a:schemeClr val="tx1"/>
              </a:solidFill>
              <a:latin typeface="IBM Plex Sans" panose="020B0503050203000203" pitchFamily="34" charset="0"/>
            </a:endParaRPr>
          </a:p>
          <a:p>
            <a:pPr algn="ctr"/>
            <a:r>
              <a:rPr lang="en-US" dirty="0">
                <a:solidFill>
                  <a:schemeClr val="tx1"/>
                </a:solidFill>
                <a:latin typeface="IBM Plex Sans" panose="020B0503050203000203" pitchFamily="34" charset="0"/>
              </a:rPr>
              <a:t>#33B1FF</a:t>
            </a:r>
            <a:endParaRPr lang="en-US" dirty="0">
              <a:solidFill>
                <a:schemeClr val="tx1"/>
              </a:solidFill>
              <a:latin typeface="IBM Plex Sans" panose="020B0503050203000203" pitchFamily="34" charset="0"/>
            </a:endParaRPr>
          </a:p>
        </p:txBody>
      </p:sp>
      <p:sp>
        <p:nvSpPr>
          <p:cNvPr id="42" name="Rectangle 41"/>
          <p:cNvSpPr/>
          <p:nvPr userDrawn="1"/>
        </p:nvSpPr>
        <p:spPr>
          <a:xfrm>
            <a:off x="12572429" y="-2309174"/>
            <a:ext cx="1267863" cy="1267862"/>
          </a:xfrm>
          <a:prstGeom prst="rect">
            <a:avLst/>
          </a:prstGeom>
          <a:solidFill>
            <a:srgbClr val="08BDBA"/>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endParaRPr lang="en-US" dirty="0">
              <a:solidFill>
                <a:schemeClr val="tx1"/>
              </a:solidFill>
              <a:latin typeface="IBM Plex Sans" panose="020B0503050203000203" pitchFamily="34" charset="0"/>
            </a:endParaRPr>
          </a:p>
          <a:p>
            <a:pPr algn="ctr"/>
            <a:r>
              <a:rPr lang="en-US" dirty="0">
                <a:solidFill>
                  <a:schemeClr val="tx1"/>
                </a:solidFill>
                <a:latin typeface="IBM Plex Sans" panose="020B0503050203000203" pitchFamily="34" charset="0"/>
              </a:rPr>
              <a:t>#08BDBA</a:t>
            </a:r>
            <a:endParaRPr lang="en-US" dirty="0">
              <a:solidFill>
                <a:schemeClr val="tx1"/>
              </a:solidFill>
              <a:latin typeface="IBM Plex Sans" panose="020B0503050203000203" pitchFamily="34" charset="0"/>
            </a:endParaRPr>
          </a:p>
        </p:txBody>
      </p:sp>
      <p:sp>
        <p:nvSpPr>
          <p:cNvPr id="43" name="Rectangle 42"/>
          <p:cNvSpPr/>
          <p:nvPr userDrawn="1"/>
        </p:nvSpPr>
        <p:spPr>
          <a:xfrm>
            <a:off x="12572429" y="-769178"/>
            <a:ext cx="1267863" cy="1267862"/>
          </a:xfrm>
          <a:prstGeom prst="rect">
            <a:avLst/>
          </a:prstGeom>
          <a:solidFill>
            <a:srgbClr val="78A9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endParaRPr lang="en-US" dirty="0">
              <a:solidFill>
                <a:schemeClr val="tx1"/>
              </a:solidFill>
              <a:latin typeface="IBM Plex Sans" panose="020B0503050203000203" pitchFamily="34" charset="0"/>
            </a:endParaRPr>
          </a:p>
          <a:p>
            <a:pPr algn="ctr"/>
            <a:r>
              <a:rPr lang="en-US" dirty="0">
                <a:solidFill>
                  <a:schemeClr val="tx1"/>
                </a:solidFill>
                <a:latin typeface="IBM Plex Sans" panose="020B0503050203000203" pitchFamily="34" charset="0"/>
              </a:rPr>
              <a:t>#78A9FF</a:t>
            </a:r>
            <a:endParaRPr lang="en-US" dirty="0">
              <a:solidFill>
                <a:schemeClr val="tx1"/>
              </a:solidFill>
              <a:latin typeface="IBM Plex Sans" panose="020B0503050203000203" pitchFamily="34" charset="0"/>
            </a:endParaRPr>
          </a:p>
        </p:txBody>
      </p:sp>
      <p:sp>
        <p:nvSpPr>
          <p:cNvPr id="46" name="Rectangle 45"/>
          <p:cNvSpPr/>
          <p:nvPr userDrawn="1"/>
        </p:nvSpPr>
        <p:spPr>
          <a:xfrm>
            <a:off x="17993876" y="-2309174"/>
            <a:ext cx="1267863" cy="1267862"/>
          </a:xfrm>
          <a:prstGeom prst="rect">
            <a:avLst/>
          </a:prstGeom>
          <a:solidFill>
            <a:srgbClr val="525252"/>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bg2"/>
                </a:solidFill>
                <a:latin typeface="IBM Plex Sans" panose="020B0503050203000203" pitchFamily="34" charset="0"/>
              </a:rPr>
              <a:t>Labels</a:t>
            </a:r>
            <a:endParaRPr lang="en-US" dirty="0">
              <a:solidFill>
                <a:schemeClr val="bg2"/>
              </a:solidFill>
              <a:latin typeface="IBM Plex Sans" panose="020B0503050203000203" pitchFamily="34" charset="0"/>
            </a:endParaRPr>
          </a:p>
          <a:p>
            <a:pPr algn="ctr"/>
            <a:r>
              <a:rPr lang="en-US" dirty="0">
                <a:solidFill>
                  <a:schemeClr val="bg2"/>
                </a:solidFill>
                <a:latin typeface="IBM Plex Sans" panose="020B0503050203000203" pitchFamily="34" charset="0"/>
              </a:rPr>
              <a:t>#525252</a:t>
            </a:r>
            <a:endParaRPr lang="en-US" dirty="0">
              <a:solidFill>
                <a:schemeClr val="bg2"/>
              </a:solidFill>
              <a:latin typeface="IBM Plex Sans" panose="020B0503050203000203" pitchFamily="34" charset="0"/>
            </a:endParaRPr>
          </a:p>
        </p:txBody>
      </p:sp>
      <p:sp>
        <p:nvSpPr>
          <p:cNvPr id="47" name="Rectangle 46"/>
          <p:cNvSpPr/>
          <p:nvPr userDrawn="1"/>
        </p:nvSpPr>
        <p:spPr>
          <a:xfrm>
            <a:off x="17993875" y="-812143"/>
            <a:ext cx="1267863" cy="1267862"/>
          </a:xfrm>
          <a:prstGeom prst="rect">
            <a:avLst/>
          </a:prstGeom>
          <a:solidFill>
            <a:srgbClr val="262626"/>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bg2"/>
                </a:solidFill>
                <a:latin typeface="IBM Plex Sans" panose="020B0503050203000203" pitchFamily="34" charset="0"/>
              </a:rPr>
              <a:t>Text</a:t>
            </a:r>
            <a:endParaRPr lang="en-US" dirty="0">
              <a:solidFill>
                <a:schemeClr val="bg2"/>
              </a:solidFill>
              <a:latin typeface="IBM Plex Sans" panose="020B0503050203000203" pitchFamily="34" charset="0"/>
            </a:endParaRPr>
          </a:p>
          <a:p>
            <a:pPr algn="ctr"/>
            <a:r>
              <a:rPr lang="en-US" dirty="0">
                <a:solidFill>
                  <a:schemeClr val="bg2"/>
                </a:solidFill>
                <a:latin typeface="IBM Plex Sans" panose="020B0503050203000203" pitchFamily="34" charset="0"/>
              </a:rPr>
              <a:t>#262626</a:t>
            </a:r>
            <a:endParaRPr lang="en-US" dirty="0">
              <a:solidFill>
                <a:schemeClr val="bg2"/>
              </a:solidFill>
              <a:latin typeface="IBM Plex Sans" panose="020B0503050203000203" pitchFamily="34" charset="0"/>
            </a:endParaRPr>
          </a:p>
        </p:txBody>
      </p:sp>
      <p:grpSp>
        <p:nvGrpSpPr>
          <p:cNvPr id="64" name="Group 63"/>
          <p:cNvGrpSpPr/>
          <p:nvPr userDrawn="1"/>
        </p:nvGrpSpPr>
        <p:grpSpPr>
          <a:xfrm>
            <a:off x="11094856" y="6244940"/>
            <a:ext cx="1098532" cy="613059"/>
            <a:chOff x="8965342" y="4231217"/>
            <a:chExt cx="1608171" cy="897474"/>
          </a:xfrm>
        </p:grpSpPr>
        <p:pic>
          <p:nvPicPr>
            <p:cNvPr id="60" name="Graphic 59"/>
            <p:cNvPicPr>
              <a:picLocks noChangeAspect="1"/>
            </p:cNvPicPr>
            <p:nvPr userDrawn="1"/>
          </p:nvPicPr>
          <p:blipFill>
            <a:blip r:embed="rId9">
              <a:extLst>
                <a:ext uri="{96DAC541-7B7A-43D3-8B79-37D633B846F1}">
                  <asvg:svgBlip xmlns:asvg="http://schemas.microsoft.com/office/drawing/2016/SVG/main" r:embed="rId10"/>
                </a:ext>
              </a:extLst>
            </a:blip>
            <a:stretch>
              <a:fillRect/>
            </a:stretch>
          </p:blipFill>
          <p:spPr>
            <a:xfrm>
              <a:off x="9321121" y="4418033"/>
              <a:ext cx="897474" cy="355817"/>
            </a:xfrm>
            <a:prstGeom prst="rect">
              <a:avLst/>
            </a:prstGeom>
          </p:spPr>
        </p:pic>
        <p:pic>
          <p:nvPicPr>
            <p:cNvPr id="61" name="Graphic 60" hidden="1"/>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a:off x="9321121" y="4772874"/>
              <a:ext cx="897474" cy="355817"/>
            </a:xfrm>
            <a:prstGeom prst="rect">
              <a:avLst/>
            </a:prstGeom>
          </p:spPr>
        </p:pic>
        <p:pic>
          <p:nvPicPr>
            <p:cNvPr id="62" name="Graphic 61" hidden="1"/>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rot="16200000">
              <a:off x="9946868" y="4502045"/>
              <a:ext cx="897474" cy="355817"/>
            </a:xfrm>
            <a:prstGeom prst="rect">
              <a:avLst/>
            </a:prstGeom>
          </p:spPr>
        </p:pic>
        <p:pic>
          <p:nvPicPr>
            <p:cNvPr id="63" name="Graphic 62" hidden="1"/>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rot="16200000">
              <a:off x="8694514" y="4502045"/>
              <a:ext cx="897474" cy="355817"/>
            </a:xfrm>
            <a:prstGeom prst="rect">
              <a:avLst/>
            </a:prstGeom>
          </p:spPr>
        </p:pic>
      </p:grpSp>
      <p:pic>
        <p:nvPicPr>
          <p:cNvPr id="66" name="Graphic 65"/>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a:off x="241053" y="6372101"/>
            <a:ext cx="1630680" cy="247650"/>
          </a:xfrm>
          <a:prstGeom prst="rect">
            <a:avLst/>
          </a:prstGeom>
        </p:spPr>
      </p:pic>
      <p:sp>
        <p:nvSpPr>
          <p:cNvPr id="67" name="Rectangle 66" hidden="1"/>
          <p:cNvSpPr/>
          <p:nvPr userDrawn="1"/>
        </p:nvSpPr>
        <p:spPr>
          <a:xfrm>
            <a:off x="-76201" y="6356350"/>
            <a:ext cx="12353925" cy="276797"/>
          </a:xfrm>
          <a:prstGeom prst="rect">
            <a:avLst/>
          </a:prstGeom>
          <a:noFill/>
          <a:ln w="28575">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5"/>
    </p:custData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Lst>
  <p:txStyles>
    <p:titleStyle>
      <a:lvl1pPr algn="l" defTabSz="914400" rtl="0" eaLnBrk="1" latinLnBrk="0" hangingPunct="1">
        <a:lnSpc>
          <a:spcPct val="90000"/>
        </a:lnSpc>
        <a:spcBef>
          <a:spcPct val="0"/>
        </a:spcBef>
        <a:buNone/>
        <a:defRPr sz="4000" b="1" i="0" kern="1200">
          <a:solidFill>
            <a:srgbClr val="525252"/>
          </a:solidFill>
          <a:latin typeface="IBM Plex Sans SemiBold" panose="020B0503050203000203" pitchFamily="34" charset="0"/>
          <a:ea typeface="IBM Plex Sans SemiBold" panose="020B0503050203000203" pitchFamily="34" charset="0"/>
          <a:cs typeface="IBM Plex Sans SemiBold" panose="020B0503050203000203" pitchFamily="34" charset="0"/>
        </a:defRPr>
      </a:lvl1pPr>
    </p:titleStyle>
    <p:bodyStyle>
      <a:lvl1pPr marL="228600" indent="-228600" algn="l" defTabSz="914400" rtl="0" eaLnBrk="1" latinLnBrk="0" hangingPunct="1">
        <a:lnSpc>
          <a:spcPct val="90000"/>
        </a:lnSpc>
        <a:spcBef>
          <a:spcPts val="1000"/>
        </a:spcBef>
        <a:buFont typeface="Arial" panose="020B0604020202020204"/>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a:buChar char="•"/>
        <a:defRPr sz="1800" kern="1200">
          <a:solidFill>
            <a:srgbClr val="262626"/>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a:buChar char="•"/>
        <a:defRPr sz="1800" kern="1200">
          <a:solidFill>
            <a:srgbClr val="262626"/>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47850"/>
            <a:ext cx="10515600" cy="4351338"/>
          </a:xfrm>
          <a:prstGeom prst="rect">
            <a:avLst/>
          </a:prstGeom>
        </p:spPr>
        <p:txBody>
          <a:bodyPr vert="horz" lIns="91440" tIns="45720" rIns="91440" bIns="45720" rtlCol="0">
            <a:normAutofit/>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p:txBody>
      </p:sp>
      <p:pic>
        <p:nvPicPr>
          <p:cNvPr id="12" name="Picture 11" descr="Text, logo&#10;&#10;Description automatically generated"/>
          <p:cNvPicPr>
            <a:picLocks noChangeAspect="1"/>
          </p:cNvPicPr>
          <p:nvPr userDrawn="1"/>
        </p:nvPicPr>
        <p:blipFill rotWithShape="1">
          <a:blip r:embed="rId7">
            <a:alphaModFix amt="5000"/>
            <a:extLst>
              <a:ext uri="{BEBA8EAE-BF5A-486C-A8C5-ECC9F3942E4B}">
                <a14:imgProps xmlns:a14="http://schemas.microsoft.com/office/drawing/2010/main">
                  <a14:imgLayer r:embed="rId8">
                    <a14:imgEffect>
                      <a14:brightnessContrast contrast="-77000"/>
                    </a14:imgEffect>
                    <a14:imgEffect>
                      <a14:saturation sat="155000"/>
                    </a14:imgEffect>
                  </a14:imgLayer>
                </a14:imgProps>
              </a:ext>
            </a:extLst>
          </a:blip>
          <a:srcRect l="-1923" r="70315"/>
          <a:stretch>
            <a:fillRect/>
          </a:stretch>
        </p:blipFill>
        <p:spPr>
          <a:xfrm>
            <a:off x="3345127" y="1418811"/>
            <a:ext cx="5501746" cy="4826130"/>
          </a:xfrm>
          <a:prstGeom prst="rect">
            <a:avLst/>
          </a:prstGeom>
        </p:spPr>
      </p:pic>
      <p:sp>
        <p:nvSpPr>
          <p:cNvPr id="4" name="Rectangle 3"/>
          <p:cNvSpPr/>
          <p:nvPr userDrawn="1"/>
        </p:nvSpPr>
        <p:spPr>
          <a:xfrm>
            <a:off x="12625444" y="2728308"/>
            <a:ext cx="1235879" cy="1235878"/>
          </a:xfrm>
          <a:prstGeom prst="rect">
            <a:avLst/>
          </a:prstGeom>
          <a:solidFill>
            <a:srgbClr val="BE95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#BE95FF</a:t>
            </a:r>
            <a:endParaRPr lang="en-US" dirty="0">
              <a:solidFill>
                <a:srgbClr val="262626"/>
              </a:solidFill>
              <a:latin typeface="IBM Plex Sans" panose="020B0503050203000203" pitchFamily="34" charset="0"/>
            </a:endParaRPr>
          </a:p>
        </p:txBody>
      </p:sp>
      <p:sp>
        <p:nvSpPr>
          <p:cNvPr id="5" name="Rectangle 4"/>
          <p:cNvSpPr/>
          <p:nvPr userDrawn="1"/>
        </p:nvSpPr>
        <p:spPr>
          <a:xfrm>
            <a:off x="18071881" y="2728308"/>
            <a:ext cx="1235879" cy="1235878"/>
          </a:xfrm>
          <a:prstGeom prst="rect">
            <a:avLst/>
          </a:prstGeom>
          <a:solidFill>
            <a:srgbClr val="33B1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#33B1FF</a:t>
            </a:r>
            <a:endParaRPr lang="en-US" dirty="0">
              <a:solidFill>
                <a:srgbClr val="262626"/>
              </a:solidFill>
              <a:latin typeface="IBM Plex Sans" panose="020B0503050203000203" pitchFamily="34" charset="0"/>
            </a:endParaRPr>
          </a:p>
        </p:txBody>
      </p:sp>
      <p:sp>
        <p:nvSpPr>
          <p:cNvPr id="6" name="Rectangle 5"/>
          <p:cNvSpPr/>
          <p:nvPr userDrawn="1"/>
        </p:nvSpPr>
        <p:spPr>
          <a:xfrm>
            <a:off x="14440923" y="2728308"/>
            <a:ext cx="1235879" cy="1235878"/>
          </a:xfrm>
          <a:prstGeom prst="rect">
            <a:avLst/>
          </a:prstGeom>
          <a:solidFill>
            <a:srgbClr val="FF7EB6"/>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#FF7EB6</a:t>
            </a:r>
            <a:endParaRPr lang="en-US" dirty="0">
              <a:solidFill>
                <a:srgbClr val="262626"/>
              </a:solidFill>
              <a:latin typeface="IBM Plex Sans" panose="020B0503050203000203" pitchFamily="34" charset="0"/>
            </a:endParaRPr>
          </a:p>
        </p:txBody>
      </p:sp>
      <p:sp>
        <p:nvSpPr>
          <p:cNvPr id="9" name="Rectangle 8"/>
          <p:cNvSpPr/>
          <p:nvPr userDrawn="1"/>
        </p:nvSpPr>
        <p:spPr>
          <a:xfrm>
            <a:off x="16256402" y="2728308"/>
            <a:ext cx="1235879" cy="1235878"/>
          </a:xfrm>
          <a:prstGeom prst="rect">
            <a:avLst/>
          </a:prstGeom>
          <a:solidFill>
            <a:srgbClr val="08BDBA"/>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#08BDBA</a:t>
            </a:r>
            <a:endParaRPr lang="en-US" dirty="0">
              <a:solidFill>
                <a:srgbClr val="262626"/>
              </a:solidFill>
              <a:latin typeface="IBM Plex Sans" panose="020B0503050203000203" pitchFamily="34" charset="0"/>
            </a:endParaRPr>
          </a:p>
        </p:txBody>
      </p:sp>
      <p:sp>
        <p:nvSpPr>
          <p:cNvPr id="10" name="TextBox 9"/>
          <p:cNvSpPr txBox="1"/>
          <p:nvPr userDrawn="1"/>
        </p:nvSpPr>
        <p:spPr>
          <a:xfrm>
            <a:off x="12602453" y="3912427"/>
            <a:ext cx="1237839" cy="369332"/>
          </a:xfrm>
          <a:prstGeom prst="rect">
            <a:avLst/>
          </a:prstGeom>
          <a:noFill/>
        </p:spPr>
        <p:txBody>
          <a:bodyPr wrap="none" rtlCol="0">
            <a:spAutoFit/>
          </a:bodyPr>
          <a:lstStyle/>
          <a:p>
            <a:r>
              <a:rPr lang="en-US" b="1" i="0" dirty="0">
                <a:solidFill>
                  <a:srgbClr val="FFFFFF"/>
                </a:solidFill>
                <a:effectLst/>
              </a:rPr>
              <a:t>Purple 40</a:t>
            </a:r>
            <a:endParaRPr lang="en-US" b="1" dirty="0">
              <a:solidFill>
                <a:srgbClr val="FFFFFF"/>
              </a:solidFill>
            </a:endParaRPr>
          </a:p>
        </p:txBody>
      </p:sp>
      <p:sp>
        <p:nvSpPr>
          <p:cNvPr id="13" name="TextBox 12"/>
          <p:cNvSpPr txBox="1"/>
          <p:nvPr userDrawn="1"/>
        </p:nvSpPr>
        <p:spPr>
          <a:xfrm>
            <a:off x="14334144" y="3912427"/>
            <a:ext cx="1449436" cy="369332"/>
          </a:xfrm>
          <a:prstGeom prst="rect">
            <a:avLst/>
          </a:prstGeom>
          <a:noFill/>
        </p:spPr>
        <p:txBody>
          <a:bodyPr wrap="none" rtlCol="0">
            <a:spAutoFit/>
          </a:bodyPr>
          <a:lstStyle/>
          <a:p>
            <a:r>
              <a:rPr lang="en-US" b="1" dirty="0">
                <a:solidFill>
                  <a:srgbClr val="FFFFFF"/>
                </a:solidFill>
              </a:rPr>
              <a:t>Magenta</a:t>
            </a:r>
            <a:r>
              <a:rPr lang="en-US" b="1" i="0" dirty="0">
                <a:solidFill>
                  <a:srgbClr val="FFFFFF"/>
                </a:solidFill>
                <a:effectLst/>
              </a:rPr>
              <a:t> 40</a:t>
            </a:r>
            <a:endParaRPr lang="en-US" b="1" dirty="0">
              <a:solidFill>
                <a:srgbClr val="FFFFFF"/>
              </a:solidFill>
            </a:endParaRPr>
          </a:p>
        </p:txBody>
      </p:sp>
      <p:sp>
        <p:nvSpPr>
          <p:cNvPr id="14" name="TextBox 13"/>
          <p:cNvSpPr txBox="1"/>
          <p:nvPr userDrawn="1"/>
        </p:nvSpPr>
        <p:spPr>
          <a:xfrm>
            <a:off x="16404771" y="3912427"/>
            <a:ext cx="966355" cy="369332"/>
          </a:xfrm>
          <a:prstGeom prst="rect">
            <a:avLst/>
          </a:prstGeom>
          <a:noFill/>
        </p:spPr>
        <p:txBody>
          <a:bodyPr wrap="none" rtlCol="0">
            <a:spAutoFit/>
          </a:bodyPr>
          <a:lstStyle/>
          <a:p>
            <a:r>
              <a:rPr lang="en-US" b="1" dirty="0">
                <a:solidFill>
                  <a:srgbClr val="FFFFFF"/>
                </a:solidFill>
              </a:rPr>
              <a:t>Teal</a:t>
            </a:r>
            <a:r>
              <a:rPr lang="en-US" b="1" i="0" dirty="0">
                <a:solidFill>
                  <a:srgbClr val="FFFFFF"/>
                </a:solidFill>
                <a:effectLst/>
              </a:rPr>
              <a:t> 40</a:t>
            </a:r>
            <a:endParaRPr lang="en-US" b="1" dirty="0">
              <a:solidFill>
                <a:srgbClr val="FFFFFF"/>
              </a:solidFill>
            </a:endParaRPr>
          </a:p>
        </p:txBody>
      </p:sp>
      <p:sp>
        <p:nvSpPr>
          <p:cNvPr id="15" name="TextBox 14"/>
          <p:cNvSpPr txBox="1"/>
          <p:nvPr userDrawn="1"/>
        </p:nvSpPr>
        <p:spPr>
          <a:xfrm>
            <a:off x="18206642" y="3912427"/>
            <a:ext cx="1055097" cy="369332"/>
          </a:xfrm>
          <a:prstGeom prst="rect">
            <a:avLst/>
          </a:prstGeom>
          <a:noFill/>
        </p:spPr>
        <p:txBody>
          <a:bodyPr wrap="none" rtlCol="0">
            <a:spAutoFit/>
          </a:bodyPr>
          <a:lstStyle/>
          <a:p>
            <a:r>
              <a:rPr lang="en-US" b="1" dirty="0">
                <a:solidFill>
                  <a:srgbClr val="FFFFFF"/>
                </a:solidFill>
              </a:rPr>
              <a:t>Cyan</a:t>
            </a:r>
            <a:r>
              <a:rPr lang="en-US" b="1" i="0" dirty="0">
                <a:solidFill>
                  <a:srgbClr val="FFFFFF"/>
                </a:solidFill>
                <a:effectLst/>
              </a:rPr>
              <a:t> 40</a:t>
            </a:r>
            <a:endParaRPr lang="en-US" b="1" dirty="0">
              <a:solidFill>
                <a:srgbClr val="FFFFFF"/>
              </a:solidFill>
            </a:endParaRPr>
          </a:p>
        </p:txBody>
      </p:sp>
      <p:sp>
        <p:nvSpPr>
          <p:cNvPr id="16" name="Rectangle 15"/>
          <p:cNvSpPr/>
          <p:nvPr userDrawn="1"/>
        </p:nvSpPr>
        <p:spPr>
          <a:xfrm>
            <a:off x="12625444" y="4418033"/>
            <a:ext cx="1235879" cy="1235878"/>
          </a:xfrm>
          <a:prstGeom prst="rect">
            <a:avLst/>
          </a:prstGeom>
          <a:solidFill>
            <a:srgbClr val="8A3FFC"/>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latin typeface="IBM Plex Sans" panose="020B0503050203000203" pitchFamily="34" charset="0"/>
              </a:rPr>
              <a:t>#8A3FFC</a:t>
            </a:r>
            <a:endParaRPr lang="en-US" dirty="0">
              <a:solidFill>
                <a:schemeClr val="bg2"/>
              </a:solidFill>
              <a:latin typeface="IBM Plex Sans" panose="020B0503050203000203" pitchFamily="34" charset="0"/>
            </a:endParaRPr>
          </a:p>
        </p:txBody>
      </p:sp>
      <p:sp>
        <p:nvSpPr>
          <p:cNvPr id="17" name="Rectangle 16"/>
          <p:cNvSpPr/>
          <p:nvPr userDrawn="1"/>
        </p:nvSpPr>
        <p:spPr>
          <a:xfrm>
            <a:off x="18071881" y="4418033"/>
            <a:ext cx="1235879" cy="1235878"/>
          </a:xfrm>
          <a:prstGeom prst="rect">
            <a:avLst/>
          </a:prstGeom>
          <a:solidFill>
            <a:srgbClr val="0072C3"/>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latin typeface="IBM Plex Sans" panose="020B0503050203000203" pitchFamily="34" charset="0"/>
              </a:rPr>
              <a:t>#0072C3</a:t>
            </a:r>
            <a:endParaRPr lang="en-US" dirty="0">
              <a:solidFill>
                <a:schemeClr val="bg2"/>
              </a:solidFill>
              <a:latin typeface="IBM Plex Sans" panose="020B0503050203000203" pitchFamily="34" charset="0"/>
            </a:endParaRPr>
          </a:p>
        </p:txBody>
      </p:sp>
      <p:sp>
        <p:nvSpPr>
          <p:cNvPr id="18" name="Rectangle 17"/>
          <p:cNvSpPr/>
          <p:nvPr userDrawn="1"/>
        </p:nvSpPr>
        <p:spPr>
          <a:xfrm>
            <a:off x="14440923" y="4418033"/>
            <a:ext cx="1235879" cy="1235878"/>
          </a:xfrm>
          <a:prstGeom prst="rect">
            <a:avLst/>
          </a:prstGeom>
          <a:solidFill>
            <a:srgbClr val="D02670"/>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latin typeface="IBM Plex Sans" panose="020B0503050203000203" pitchFamily="34" charset="0"/>
              </a:rPr>
              <a:t>#D02670</a:t>
            </a:r>
            <a:endParaRPr lang="en-US" dirty="0">
              <a:solidFill>
                <a:schemeClr val="bg2"/>
              </a:solidFill>
              <a:latin typeface="IBM Plex Sans" panose="020B0503050203000203" pitchFamily="34" charset="0"/>
            </a:endParaRPr>
          </a:p>
        </p:txBody>
      </p:sp>
      <p:sp>
        <p:nvSpPr>
          <p:cNvPr id="19" name="Rectangle 18"/>
          <p:cNvSpPr/>
          <p:nvPr userDrawn="1"/>
        </p:nvSpPr>
        <p:spPr>
          <a:xfrm>
            <a:off x="16256402" y="4418033"/>
            <a:ext cx="1235879" cy="1235878"/>
          </a:xfrm>
          <a:prstGeom prst="rect">
            <a:avLst/>
          </a:prstGeom>
          <a:solidFill>
            <a:srgbClr val="007D79"/>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latin typeface="IBM Plex Sans" panose="020B0503050203000203" pitchFamily="34" charset="0"/>
              </a:rPr>
              <a:t>#007D79</a:t>
            </a:r>
            <a:endParaRPr lang="en-US" dirty="0">
              <a:solidFill>
                <a:schemeClr val="bg2"/>
              </a:solidFill>
              <a:latin typeface="IBM Plex Sans" panose="020B0503050203000203" pitchFamily="34" charset="0"/>
            </a:endParaRPr>
          </a:p>
        </p:txBody>
      </p:sp>
      <p:sp>
        <p:nvSpPr>
          <p:cNvPr id="20" name="TextBox 19"/>
          <p:cNvSpPr txBox="1"/>
          <p:nvPr userDrawn="1"/>
        </p:nvSpPr>
        <p:spPr>
          <a:xfrm>
            <a:off x="12602453" y="5602152"/>
            <a:ext cx="1237839" cy="369332"/>
          </a:xfrm>
          <a:prstGeom prst="rect">
            <a:avLst/>
          </a:prstGeom>
          <a:noFill/>
        </p:spPr>
        <p:txBody>
          <a:bodyPr wrap="none" rtlCol="0">
            <a:spAutoFit/>
          </a:bodyPr>
          <a:lstStyle/>
          <a:p>
            <a:r>
              <a:rPr lang="en-US" b="1" i="0" dirty="0">
                <a:solidFill>
                  <a:srgbClr val="FFFFFF"/>
                </a:solidFill>
                <a:effectLst/>
              </a:rPr>
              <a:t>Purple 60</a:t>
            </a:r>
            <a:endParaRPr lang="en-US" b="1" dirty="0">
              <a:solidFill>
                <a:srgbClr val="FFFFFF"/>
              </a:solidFill>
            </a:endParaRPr>
          </a:p>
        </p:txBody>
      </p:sp>
      <p:sp>
        <p:nvSpPr>
          <p:cNvPr id="21" name="TextBox 20"/>
          <p:cNvSpPr txBox="1"/>
          <p:nvPr userDrawn="1"/>
        </p:nvSpPr>
        <p:spPr>
          <a:xfrm>
            <a:off x="14334144" y="5602152"/>
            <a:ext cx="1448025" cy="369332"/>
          </a:xfrm>
          <a:prstGeom prst="rect">
            <a:avLst/>
          </a:prstGeom>
          <a:noFill/>
        </p:spPr>
        <p:txBody>
          <a:bodyPr wrap="none" rtlCol="0">
            <a:spAutoFit/>
          </a:bodyPr>
          <a:lstStyle/>
          <a:p>
            <a:r>
              <a:rPr lang="en-US" b="1" dirty="0">
                <a:solidFill>
                  <a:srgbClr val="FFFFFF"/>
                </a:solidFill>
              </a:rPr>
              <a:t>Magenta</a:t>
            </a:r>
            <a:r>
              <a:rPr lang="en-US" b="1" i="0" dirty="0">
                <a:solidFill>
                  <a:srgbClr val="FFFFFF"/>
                </a:solidFill>
                <a:effectLst/>
              </a:rPr>
              <a:t> 60</a:t>
            </a:r>
            <a:endParaRPr lang="en-US" b="1" dirty="0">
              <a:solidFill>
                <a:srgbClr val="FFFFFF"/>
              </a:solidFill>
            </a:endParaRPr>
          </a:p>
        </p:txBody>
      </p:sp>
      <p:sp>
        <p:nvSpPr>
          <p:cNvPr id="22" name="TextBox 21"/>
          <p:cNvSpPr txBox="1"/>
          <p:nvPr userDrawn="1"/>
        </p:nvSpPr>
        <p:spPr>
          <a:xfrm>
            <a:off x="16404771" y="5602152"/>
            <a:ext cx="966931" cy="369332"/>
          </a:xfrm>
          <a:prstGeom prst="rect">
            <a:avLst/>
          </a:prstGeom>
          <a:noFill/>
        </p:spPr>
        <p:txBody>
          <a:bodyPr wrap="none" rtlCol="0">
            <a:spAutoFit/>
          </a:bodyPr>
          <a:lstStyle/>
          <a:p>
            <a:r>
              <a:rPr lang="en-US" b="1" dirty="0">
                <a:solidFill>
                  <a:srgbClr val="FFFFFF"/>
                </a:solidFill>
              </a:rPr>
              <a:t>Teal</a:t>
            </a:r>
            <a:r>
              <a:rPr lang="en-US" b="1" i="0" dirty="0">
                <a:solidFill>
                  <a:srgbClr val="FFFFFF"/>
                </a:solidFill>
                <a:effectLst/>
              </a:rPr>
              <a:t> 60</a:t>
            </a:r>
            <a:endParaRPr lang="en-US" b="1" dirty="0">
              <a:solidFill>
                <a:srgbClr val="FFFFFF"/>
              </a:solidFill>
            </a:endParaRPr>
          </a:p>
        </p:txBody>
      </p:sp>
      <p:sp>
        <p:nvSpPr>
          <p:cNvPr id="23" name="TextBox 22"/>
          <p:cNvSpPr txBox="1"/>
          <p:nvPr userDrawn="1"/>
        </p:nvSpPr>
        <p:spPr>
          <a:xfrm>
            <a:off x="18206642" y="5602152"/>
            <a:ext cx="1055097" cy="369332"/>
          </a:xfrm>
          <a:prstGeom prst="rect">
            <a:avLst/>
          </a:prstGeom>
          <a:noFill/>
        </p:spPr>
        <p:txBody>
          <a:bodyPr wrap="none" rtlCol="0">
            <a:spAutoFit/>
          </a:bodyPr>
          <a:lstStyle/>
          <a:p>
            <a:r>
              <a:rPr lang="en-US" b="1" dirty="0">
                <a:solidFill>
                  <a:srgbClr val="FFFFFF"/>
                </a:solidFill>
              </a:rPr>
              <a:t>Cyan</a:t>
            </a:r>
            <a:r>
              <a:rPr lang="en-US" b="1" i="0" dirty="0">
                <a:solidFill>
                  <a:srgbClr val="FFFFFF"/>
                </a:solidFill>
                <a:effectLst/>
              </a:rPr>
              <a:t> 60</a:t>
            </a:r>
            <a:endParaRPr lang="en-US" b="1" dirty="0">
              <a:solidFill>
                <a:srgbClr val="FFFFFF"/>
              </a:solidFill>
            </a:endParaRPr>
          </a:p>
        </p:txBody>
      </p:sp>
      <p:sp>
        <p:nvSpPr>
          <p:cNvPr id="24" name="Rectangle 23"/>
          <p:cNvSpPr/>
          <p:nvPr userDrawn="1"/>
        </p:nvSpPr>
        <p:spPr>
          <a:xfrm>
            <a:off x="19512379" y="2712316"/>
            <a:ext cx="1267863" cy="1267862"/>
          </a:xfrm>
          <a:prstGeom prst="rect">
            <a:avLst/>
          </a:prstGeom>
          <a:solidFill>
            <a:srgbClr val="121619"/>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bg2"/>
                </a:solidFill>
                <a:latin typeface="IBM Plex Sans" panose="020B0503050203000203" pitchFamily="34" charset="0"/>
              </a:rPr>
              <a:t>Icon</a:t>
            </a:r>
            <a:endParaRPr lang="en-US" dirty="0">
              <a:solidFill>
                <a:schemeClr val="bg2"/>
              </a:solidFill>
              <a:latin typeface="IBM Plex Sans" panose="020B0503050203000203" pitchFamily="34" charset="0"/>
            </a:endParaRPr>
          </a:p>
          <a:p>
            <a:pPr algn="ctr"/>
            <a:r>
              <a:rPr lang="en-US" dirty="0">
                <a:solidFill>
                  <a:schemeClr val="bg2"/>
                </a:solidFill>
                <a:latin typeface="IBM Plex Sans" panose="020B0503050203000203" pitchFamily="34" charset="0"/>
              </a:rPr>
              <a:t>#</a:t>
            </a:r>
            <a:r>
              <a:rPr lang="en-US" b="0" i="0" dirty="0">
                <a:solidFill>
                  <a:srgbClr val="FFFFFF"/>
                </a:solidFill>
                <a:effectLst/>
                <a:latin typeface="IBM Plex Mono" panose="020B0509050203000203" pitchFamily="49" charset="0"/>
              </a:rPr>
              <a:t>000000</a:t>
            </a:r>
            <a:endParaRPr lang="en-US" dirty="0">
              <a:solidFill>
                <a:schemeClr val="bg2"/>
              </a:solidFill>
              <a:latin typeface="IBM Plex Sans" panose="020B0503050203000203" pitchFamily="34" charset="0"/>
            </a:endParaRPr>
          </a:p>
        </p:txBody>
      </p:sp>
      <p:sp>
        <p:nvSpPr>
          <p:cNvPr id="25" name="Rectangle 24"/>
          <p:cNvSpPr/>
          <p:nvPr userDrawn="1"/>
        </p:nvSpPr>
        <p:spPr>
          <a:xfrm>
            <a:off x="19510690" y="4403963"/>
            <a:ext cx="1264019" cy="1264018"/>
          </a:xfrm>
          <a:prstGeom prst="rect">
            <a:avLst/>
          </a:prstGeom>
          <a:solidFill>
            <a:srgbClr val="FFFF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rgbClr val="262626"/>
                </a:solidFill>
                <a:latin typeface="IBM Plex Sans" panose="020B0503050203000203" pitchFamily="34" charset="0"/>
              </a:rPr>
              <a:t>Icon</a:t>
            </a:r>
            <a:endParaRPr lang="en-US" dirty="0">
              <a:solidFill>
                <a:srgbClr val="262626"/>
              </a:solidFill>
              <a:latin typeface="IBM Plex Sans" panose="020B0503050203000203" pitchFamily="34" charset="0"/>
            </a:endParaRPr>
          </a:p>
          <a:p>
            <a:pPr algn="ctr"/>
            <a:r>
              <a:rPr lang="en-US" dirty="0">
                <a:solidFill>
                  <a:srgbClr val="262626"/>
                </a:solidFill>
                <a:latin typeface="IBM Plex Sans" panose="020B0503050203000203" pitchFamily="34" charset="0"/>
              </a:rPr>
              <a:t>#</a:t>
            </a:r>
            <a:r>
              <a:rPr lang="en-US" b="0" i="0" dirty="0">
                <a:solidFill>
                  <a:srgbClr val="262626"/>
                </a:solidFill>
                <a:effectLst/>
                <a:latin typeface="IBM Plex Mono" panose="020B0509050203000203" pitchFamily="49" charset="0"/>
              </a:rPr>
              <a:t>FFFFFF</a:t>
            </a:r>
            <a:endParaRPr lang="en-US" dirty="0">
              <a:solidFill>
                <a:srgbClr val="262626"/>
              </a:solidFill>
              <a:latin typeface="IBM Plex Sans" panose="020B0503050203000203" pitchFamily="34" charset="0"/>
            </a:endParaRPr>
          </a:p>
        </p:txBody>
      </p:sp>
      <p:sp>
        <p:nvSpPr>
          <p:cNvPr id="26" name="Rectangle 25"/>
          <p:cNvSpPr/>
          <p:nvPr userDrawn="1"/>
        </p:nvSpPr>
        <p:spPr>
          <a:xfrm>
            <a:off x="12625444" y="1072749"/>
            <a:ext cx="1235879" cy="1235878"/>
          </a:xfrm>
          <a:prstGeom prst="rect">
            <a:avLst/>
          </a:prstGeom>
          <a:solidFill>
            <a:srgbClr val="F6F2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#F6F2FF</a:t>
            </a:r>
            <a:endParaRPr lang="en-US" dirty="0">
              <a:solidFill>
                <a:srgbClr val="262626"/>
              </a:solidFill>
              <a:latin typeface="IBM Plex Sans" panose="020B0503050203000203" pitchFamily="34" charset="0"/>
            </a:endParaRPr>
          </a:p>
        </p:txBody>
      </p:sp>
      <p:sp>
        <p:nvSpPr>
          <p:cNvPr id="27" name="Rectangle 26"/>
          <p:cNvSpPr/>
          <p:nvPr userDrawn="1"/>
        </p:nvSpPr>
        <p:spPr>
          <a:xfrm>
            <a:off x="18071881" y="1072749"/>
            <a:ext cx="1235879" cy="1235878"/>
          </a:xfrm>
          <a:prstGeom prst="rect">
            <a:avLst/>
          </a:prstGeom>
          <a:solidFill>
            <a:srgbClr val="E5F6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#E5F6FF</a:t>
            </a:r>
            <a:endParaRPr lang="en-US" dirty="0">
              <a:solidFill>
                <a:srgbClr val="262626"/>
              </a:solidFill>
              <a:latin typeface="IBM Plex Sans" panose="020B0503050203000203" pitchFamily="34" charset="0"/>
            </a:endParaRPr>
          </a:p>
        </p:txBody>
      </p:sp>
      <p:sp>
        <p:nvSpPr>
          <p:cNvPr id="28" name="Rectangle 27"/>
          <p:cNvSpPr/>
          <p:nvPr userDrawn="1"/>
        </p:nvSpPr>
        <p:spPr>
          <a:xfrm>
            <a:off x="14440923" y="1072749"/>
            <a:ext cx="1235879" cy="1235878"/>
          </a:xfrm>
          <a:prstGeom prst="rect">
            <a:avLst/>
          </a:prstGeom>
          <a:solidFill>
            <a:srgbClr val="FFF0F7"/>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#FFF0F7</a:t>
            </a:r>
            <a:endParaRPr lang="en-US" dirty="0">
              <a:solidFill>
                <a:srgbClr val="262626"/>
              </a:solidFill>
              <a:latin typeface="IBM Plex Sans" panose="020B0503050203000203" pitchFamily="34" charset="0"/>
            </a:endParaRPr>
          </a:p>
        </p:txBody>
      </p:sp>
      <p:sp>
        <p:nvSpPr>
          <p:cNvPr id="29" name="Rectangle 28"/>
          <p:cNvSpPr/>
          <p:nvPr userDrawn="1"/>
        </p:nvSpPr>
        <p:spPr>
          <a:xfrm>
            <a:off x="16256402" y="1072749"/>
            <a:ext cx="1235879" cy="1235878"/>
          </a:xfrm>
          <a:prstGeom prst="rect">
            <a:avLst/>
          </a:prstGeom>
          <a:solidFill>
            <a:srgbClr val="D9FBFB"/>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#D9FBFB</a:t>
            </a:r>
            <a:endParaRPr lang="en-US" dirty="0">
              <a:solidFill>
                <a:srgbClr val="262626"/>
              </a:solidFill>
              <a:latin typeface="IBM Plex Sans" panose="020B0503050203000203" pitchFamily="34" charset="0"/>
            </a:endParaRPr>
          </a:p>
        </p:txBody>
      </p:sp>
      <p:sp>
        <p:nvSpPr>
          <p:cNvPr id="30" name="TextBox 29"/>
          <p:cNvSpPr txBox="1"/>
          <p:nvPr userDrawn="1"/>
        </p:nvSpPr>
        <p:spPr>
          <a:xfrm>
            <a:off x="12602453" y="2256868"/>
            <a:ext cx="1237839" cy="369332"/>
          </a:xfrm>
          <a:prstGeom prst="rect">
            <a:avLst/>
          </a:prstGeom>
          <a:noFill/>
        </p:spPr>
        <p:txBody>
          <a:bodyPr wrap="none" rtlCol="0">
            <a:spAutoFit/>
          </a:bodyPr>
          <a:lstStyle/>
          <a:p>
            <a:r>
              <a:rPr lang="en-US" b="1" i="0" dirty="0">
                <a:solidFill>
                  <a:srgbClr val="FFFFFF"/>
                </a:solidFill>
                <a:effectLst/>
              </a:rPr>
              <a:t>Purple 10</a:t>
            </a:r>
            <a:endParaRPr lang="en-US" b="1" dirty="0">
              <a:solidFill>
                <a:srgbClr val="FFFFFF"/>
              </a:solidFill>
            </a:endParaRPr>
          </a:p>
        </p:txBody>
      </p:sp>
      <p:sp>
        <p:nvSpPr>
          <p:cNvPr id="31" name="TextBox 30"/>
          <p:cNvSpPr txBox="1"/>
          <p:nvPr userDrawn="1"/>
        </p:nvSpPr>
        <p:spPr>
          <a:xfrm>
            <a:off x="14334144" y="2256868"/>
            <a:ext cx="1449436" cy="369332"/>
          </a:xfrm>
          <a:prstGeom prst="rect">
            <a:avLst/>
          </a:prstGeom>
          <a:noFill/>
        </p:spPr>
        <p:txBody>
          <a:bodyPr wrap="none" rtlCol="0">
            <a:spAutoFit/>
          </a:bodyPr>
          <a:lstStyle/>
          <a:p>
            <a:r>
              <a:rPr lang="en-US" b="1" dirty="0">
                <a:solidFill>
                  <a:srgbClr val="FFFFFF"/>
                </a:solidFill>
              </a:rPr>
              <a:t>Magenta</a:t>
            </a:r>
            <a:r>
              <a:rPr lang="en-US" b="1" i="0" dirty="0">
                <a:solidFill>
                  <a:srgbClr val="FFFFFF"/>
                </a:solidFill>
                <a:effectLst/>
              </a:rPr>
              <a:t> 10</a:t>
            </a:r>
            <a:endParaRPr lang="en-US" b="1" dirty="0">
              <a:solidFill>
                <a:srgbClr val="FFFFFF"/>
              </a:solidFill>
            </a:endParaRPr>
          </a:p>
        </p:txBody>
      </p:sp>
      <p:sp>
        <p:nvSpPr>
          <p:cNvPr id="32" name="TextBox 31"/>
          <p:cNvSpPr txBox="1"/>
          <p:nvPr userDrawn="1"/>
        </p:nvSpPr>
        <p:spPr>
          <a:xfrm>
            <a:off x="16404771" y="2256868"/>
            <a:ext cx="966355" cy="369332"/>
          </a:xfrm>
          <a:prstGeom prst="rect">
            <a:avLst/>
          </a:prstGeom>
          <a:noFill/>
        </p:spPr>
        <p:txBody>
          <a:bodyPr wrap="none" rtlCol="0">
            <a:spAutoFit/>
          </a:bodyPr>
          <a:lstStyle/>
          <a:p>
            <a:r>
              <a:rPr lang="en-US" b="1" dirty="0">
                <a:solidFill>
                  <a:srgbClr val="FFFFFF"/>
                </a:solidFill>
              </a:rPr>
              <a:t>Teal</a:t>
            </a:r>
            <a:r>
              <a:rPr lang="en-US" b="1" i="0" dirty="0">
                <a:solidFill>
                  <a:srgbClr val="FFFFFF"/>
                </a:solidFill>
                <a:effectLst/>
              </a:rPr>
              <a:t> 10</a:t>
            </a:r>
            <a:endParaRPr lang="en-US" b="1" dirty="0">
              <a:solidFill>
                <a:srgbClr val="FFFFFF"/>
              </a:solidFill>
            </a:endParaRPr>
          </a:p>
        </p:txBody>
      </p:sp>
      <p:sp>
        <p:nvSpPr>
          <p:cNvPr id="33" name="TextBox 32"/>
          <p:cNvSpPr txBox="1"/>
          <p:nvPr userDrawn="1"/>
        </p:nvSpPr>
        <p:spPr>
          <a:xfrm>
            <a:off x="18206642" y="2256868"/>
            <a:ext cx="1055097" cy="369332"/>
          </a:xfrm>
          <a:prstGeom prst="rect">
            <a:avLst/>
          </a:prstGeom>
          <a:noFill/>
        </p:spPr>
        <p:txBody>
          <a:bodyPr wrap="none" rtlCol="0">
            <a:spAutoFit/>
          </a:bodyPr>
          <a:lstStyle/>
          <a:p>
            <a:r>
              <a:rPr lang="en-US" b="1" dirty="0">
                <a:solidFill>
                  <a:srgbClr val="FFFFFF"/>
                </a:solidFill>
              </a:rPr>
              <a:t>Cyan</a:t>
            </a:r>
            <a:r>
              <a:rPr lang="en-US" b="1" i="0" dirty="0">
                <a:solidFill>
                  <a:srgbClr val="FFFFFF"/>
                </a:solidFill>
                <a:effectLst/>
              </a:rPr>
              <a:t> 10</a:t>
            </a:r>
            <a:endParaRPr lang="en-US" b="1" dirty="0">
              <a:solidFill>
                <a:srgbClr val="FFFFFF"/>
              </a:solidFill>
            </a:endParaRPr>
          </a:p>
        </p:txBody>
      </p:sp>
      <p:sp>
        <p:nvSpPr>
          <p:cNvPr id="34" name="Rectangle 33"/>
          <p:cNvSpPr/>
          <p:nvPr userDrawn="1"/>
        </p:nvSpPr>
        <p:spPr>
          <a:xfrm>
            <a:off x="16222135" y="-2341897"/>
            <a:ext cx="1267863" cy="1267862"/>
          </a:xfrm>
          <a:prstGeom prst="rect">
            <a:avLst/>
          </a:prstGeom>
          <a:solidFill>
            <a:srgbClr val="C1C7CD"/>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endParaRPr lang="en-US" dirty="0">
              <a:solidFill>
                <a:schemeClr val="tx1"/>
              </a:solidFill>
              <a:latin typeface="IBM Plex Sans" panose="020B0503050203000203" pitchFamily="34" charset="0"/>
            </a:endParaRPr>
          </a:p>
          <a:p>
            <a:pPr algn="ctr"/>
            <a:r>
              <a:rPr lang="en-US" dirty="0">
                <a:solidFill>
                  <a:schemeClr val="tx1"/>
                </a:solidFill>
                <a:latin typeface="IBM Plex Sans" panose="020B0503050203000203" pitchFamily="34" charset="0"/>
              </a:rPr>
              <a:t>#C1C7CD</a:t>
            </a:r>
            <a:endParaRPr lang="en-US" dirty="0">
              <a:solidFill>
                <a:schemeClr val="tx1"/>
              </a:solidFill>
              <a:latin typeface="IBM Plex Sans" panose="020B0503050203000203" pitchFamily="34" charset="0"/>
            </a:endParaRPr>
          </a:p>
        </p:txBody>
      </p:sp>
      <p:sp>
        <p:nvSpPr>
          <p:cNvPr id="37" name="Rectangle 36"/>
          <p:cNvSpPr/>
          <p:nvPr userDrawn="1"/>
        </p:nvSpPr>
        <p:spPr>
          <a:xfrm>
            <a:off x="16222135" y="-801901"/>
            <a:ext cx="1267863" cy="1267862"/>
          </a:xfrm>
          <a:prstGeom prst="rect">
            <a:avLst/>
          </a:prstGeom>
          <a:solidFill>
            <a:srgbClr val="F2F4F8"/>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endParaRPr lang="en-US" dirty="0">
              <a:solidFill>
                <a:schemeClr val="tx1"/>
              </a:solidFill>
              <a:latin typeface="IBM Plex Sans" panose="020B0503050203000203" pitchFamily="34" charset="0"/>
            </a:endParaRPr>
          </a:p>
          <a:p>
            <a:pPr algn="ctr"/>
            <a:r>
              <a:rPr lang="en-US" dirty="0">
                <a:solidFill>
                  <a:schemeClr val="tx1"/>
                </a:solidFill>
                <a:latin typeface="IBM Plex Sans" panose="020B0503050203000203" pitchFamily="34" charset="0"/>
              </a:rPr>
              <a:t>#F2F4F8</a:t>
            </a:r>
            <a:endParaRPr lang="en-US" dirty="0">
              <a:solidFill>
                <a:schemeClr val="tx1"/>
              </a:solidFill>
              <a:latin typeface="IBM Plex Sans" panose="020B0503050203000203" pitchFamily="34" charset="0"/>
            </a:endParaRPr>
          </a:p>
        </p:txBody>
      </p:sp>
      <p:sp>
        <p:nvSpPr>
          <p:cNvPr id="38" name="Rectangle 37"/>
          <p:cNvSpPr/>
          <p:nvPr userDrawn="1"/>
        </p:nvSpPr>
        <p:spPr>
          <a:xfrm>
            <a:off x="14397282" y="-2352139"/>
            <a:ext cx="1267863" cy="1267862"/>
          </a:xfrm>
          <a:prstGeom prst="rect">
            <a:avLst/>
          </a:prstGeom>
          <a:solidFill>
            <a:srgbClr val="BE95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endParaRPr lang="en-US" dirty="0">
              <a:solidFill>
                <a:schemeClr val="tx1"/>
              </a:solidFill>
              <a:latin typeface="IBM Plex Sans" panose="020B0503050203000203" pitchFamily="34" charset="0"/>
            </a:endParaRPr>
          </a:p>
          <a:p>
            <a:pPr algn="ctr"/>
            <a:r>
              <a:rPr lang="en-US" dirty="0">
                <a:solidFill>
                  <a:schemeClr val="tx1"/>
                </a:solidFill>
                <a:latin typeface="IBM Plex Sans" panose="020B0503050203000203" pitchFamily="34" charset="0"/>
              </a:rPr>
              <a:t>#BE95FF</a:t>
            </a:r>
            <a:endParaRPr lang="en-US" dirty="0">
              <a:solidFill>
                <a:schemeClr val="tx1"/>
              </a:solidFill>
              <a:latin typeface="IBM Plex Sans" panose="020B0503050203000203" pitchFamily="34" charset="0"/>
            </a:endParaRPr>
          </a:p>
        </p:txBody>
      </p:sp>
      <p:sp>
        <p:nvSpPr>
          <p:cNvPr id="39" name="Rectangle 38"/>
          <p:cNvSpPr/>
          <p:nvPr userDrawn="1"/>
        </p:nvSpPr>
        <p:spPr>
          <a:xfrm>
            <a:off x="14397282" y="-812143"/>
            <a:ext cx="1267863" cy="1267862"/>
          </a:xfrm>
          <a:prstGeom prst="rect">
            <a:avLst/>
          </a:prstGeom>
          <a:solidFill>
            <a:srgbClr val="33B1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endParaRPr lang="en-US" dirty="0">
              <a:solidFill>
                <a:schemeClr val="tx1"/>
              </a:solidFill>
              <a:latin typeface="IBM Plex Sans" panose="020B0503050203000203" pitchFamily="34" charset="0"/>
            </a:endParaRPr>
          </a:p>
          <a:p>
            <a:pPr algn="ctr"/>
            <a:r>
              <a:rPr lang="en-US" dirty="0">
                <a:solidFill>
                  <a:schemeClr val="tx1"/>
                </a:solidFill>
                <a:latin typeface="IBM Plex Sans" panose="020B0503050203000203" pitchFamily="34" charset="0"/>
              </a:rPr>
              <a:t>#33B1FF</a:t>
            </a:r>
            <a:endParaRPr lang="en-US" dirty="0">
              <a:solidFill>
                <a:schemeClr val="tx1"/>
              </a:solidFill>
              <a:latin typeface="IBM Plex Sans" panose="020B0503050203000203" pitchFamily="34" charset="0"/>
            </a:endParaRPr>
          </a:p>
        </p:txBody>
      </p:sp>
      <p:sp>
        <p:nvSpPr>
          <p:cNvPr id="42" name="Rectangle 41"/>
          <p:cNvSpPr/>
          <p:nvPr userDrawn="1"/>
        </p:nvSpPr>
        <p:spPr>
          <a:xfrm>
            <a:off x="12572429" y="-2309174"/>
            <a:ext cx="1267863" cy="1267862"/>
          </a:xfrm>
          <a:prstGeom prst="rect">
            <a:avLst/>
          </a:prstGeom>
          <a:solidFill>
            <a:srgbClr val="08BDBA"/>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endParaRPr lang="en-US" dirty="0">
              <a:solidFill>
                <a:schemeClr val="tx1"/>
              </a:solidFill>
              <a:latin typeface="IBM Plex Sans" panose="020B0503050203000203" pitchFamily="34" charset="0"/>
            </a:endParaRPr>
          </a:p>
          <a:p>
            <a:pPr algn="ctr"/>
            <a:r>
              <a:rPr lang="en-US" dirty="0">
                <a:solidFill>
                  <a:schemeClr val="tx1"/>
                </a:solidFill>
                <a:latin typeface="IBM Plex Sans" panose="020B0503050203000203" pitchFamily="34" charset="0"/>
              </a:rPr>
              <a:t>#08BDBA</a:t>
            </a:r>
            <a:endParaRPr lang="en-US" dirty="0">
              <a:solidFill>
                <a:schemeClr val="tx1"/>
              </a:solidFill>
              <a:latin typeface="IBM Plex Sans" panose="020B0503050203000203" pitchFamily="34" charset="0"/>
            </a:endParaRPr>
          </a:p>
        </p:txBody>
      </p:sp>
      <p:sp>
        <p:nvSpPr>
          <p:cNvPr id="43" name="Rectangle 42"/>
          <p:cNvSpPr/>
          <p:nvPr userDrawn="1"/>
        </p:nvSpPr>
        <p:spPr>
          <a:xfrm>
            <a:off x="12572429" y="-769178"/>
            <a:ext cx="1267863" cy="1267862"/>
          </a:xfrm>
          <a:prstGeom prst="rect">
            <a:avLst/>
          </a:prstGeom>
          <a:solidFill>
            <a:srgbClr val="78A9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endParaRPr lang="en-US" dirty="0">
              <a:solidFill>
                <a:schemeClr val="tx1"/>
              </a:solidFill>
              <a:latin typeface="IBM Plex Sans" panose="020B0503050203000203" pitchFamily="34" charset="0"/>
            </a:endParaRPr>
          </a:p>
          <a:p>
            <a:pPr algn="ctr"/>
            <a:r>
              <a:rPr lang="en-US" dirty="0">
                <a:solidFill>
                  <a:schemeClr val="tx1"/>
                </a:solidFill>
                <a:latin typeface="IBM Plex Sans" panose="020B0503050203000203" pitchFamily="34" charset="0"/>
              </a:rPr>
              <a:t>#78A9FF</a:t>
            </a:r>
            <a:endParaRPr lang="en-US" dirty="0">
              <a:solidFill>
                <a:schemeClr val="tx1"/>
              </a:solidFill>
              <a:latin typeface="IBM Plex Sans" panose="020B0503050203000203" pitchFamily="34" charset="0"/>
            </a:endParaRPr>
          </a:p>
        </p:txBody>
      </p:sp>
      <p:sp>
        <p:nvSpPr>
          <p:cNvPr id="46" name="Rectangle 45"/>
          <p:cNvSpPr/>
          <p:nvPr userDrawn="1"/>
        </p:nvSpPr>
        <p:spPr>
          <a:xfrm>
            <a:off x="17993876" y="-2309174"/>
            <a:ext cx="1267863" cy="1267862"/>
          </a:xfrm>
          <a:prstGeom prst="rect">
            <a:avLst/>
          </a:prstGeom>
          <a:solidFill>
            <a:srgbClr val="525252"/>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bg2"/>
                </a:solidFill>
                <a:latin typeface="IBM Plex Sans" panose="020B0503050203000203" pitchFamily="34" charset="0"/>
              </a:rPr>
              <a:t>Labels</a:t>
            </a:r>
            <a:endParaRPr lang="en-US" dirty="0">
              <a:solidFill>
                <a:schemeClr val="bg2"/>
              </a:solidFill>
              <a:latin typeface="IBM Plex Sans" panose="020B0503050203000203" pitchFamily="34" charset="0"/>
            </a:endParaRPr>
          </a:p>
          <a:p>
            <a:pPr algn="ctr"/>
            <a:r>
              <a:rPr lang="en-US" dirty="0">
                <a:solidFill>
                  <a:schemeClr val="bg2"/>
                </a:solidFill>
                <a:latin typeface="IBM Plex Sans" panose="020B0503050203000203" pitchFamily="34" charset="0"/>
              </a:rPr>
              <a:t>#525252</a:t>
            </a:r>
            <a:endParaRPr lang="en-US" dirty="0">
              <a:solidFill>
                <a:schemeClr val="bg2"/>
              </a:solidFill>
              <a:latin typeface="IBM Plex Sans" panose="020B0503050203000203" pitchFamily="34" charset="0"/>
            </a:endParaRPr>
          </a:p>
        </p:txBody>
      </p:sp>
      <p:sp>
        <p:nvSpPr>
          <p:cNvPr id="47" name="Rectangle 46"/>
          <p:cNvSpPr/>
          <p:nvPr userDrawn="1"/>
        </p:nvSpPr>
        <p:spPr>
          <a:xfrm>
            <a:off x="17993875" y="-812143"/>
            <a:ext cx="1267863" cy="1267862"/>
          </a:xfrm>
          <a:prstGeom prst="rect">
            <a:avLst/>
          </a:prstGeom>
          <a:solidFill>
            <a:srgbClr val="262626"/>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bg2"/>
                </a:solidFill>
                <a:latin typeface="IBM Plex Sans" panose="020B0503050203000203" pitchFamily="34" charset="0"/>
              </a:rPr>
              <a:t>Text</a:t>
            </a:r>
            <a:endParaRPr lang="en-US" dirty="0">
              <a:solidFill>
                <a:schemeClr val="bg2"/>
              </a:solidFill>
              <a:latin typeface="IBM Plex Sans" panose="020B0503050203000203" pitchFamily="34" charset="0"/>
            </a:endParaRPr>
          </a:p>
          <a:p>
            <a:pPr algn="ctr"/>
            <a:r>
              <a:rPr lang="en-US" dirty="0">
                <a:solidFill>
                  <a:schemeClr val="bg2"/>
                </a:solidFill>
                <a:latin typeface="IBM Plex Sans" panose="020B0503050203000203" pitchFamily="34" charset="0"/>
              </a:rPr>
              <a:t>#262626</a:t>
            </a:r>
            <a:endParaRPr lang="en-US" dirty="0">
              <a:solidFill>
                <a:schemeClr val="bg2"/>
              </a:solidFill>
              <a:latin typeface="IBM Plex Sans" panose="020B0503050203000203" pitchFamily="34" charset="0"/>
            </a:endParaRPr>
          </a:p>
        </p:txBody>
      </p:sp>
      <p:grpSp>
        <p:nvGrpSpPr>
          <p:cNvPr id="64" name="Group 63"/>
          <p:cNvGrpSpPr/>
          <p:nvPr userDrawn="1"/>
        </p:nvGrpSpPr>
        <p:grpSpPr>
          <a:xfrm>
            <a:off x="11094856" y="6244940"/>
            <a:ext cx="1098532" cy="613059"/>
            <a:chOff x="8965342" y="4231217"/>
            <a:chExt cx="1608171" cy="897474"/>
          </a:xfrm>
        </p:grpSpPr>
        <p:pic>
          <p:nvPicPr>
            <p:cNvPr id="60" name="Graphic 59"/>
            <p:cNvPicPr>
              <a:picLocks noChangeAspect="1"/>
            </p:cNvPicPr>
            <p:nvPr userDrawn="1"/>
          </p:nvPicPr>
          <p:blipFill>
            <a:blip r:embed="rId9">
              <a:extLst>
                <a:ext uri="{96DAC541-7B7A-43D3-8B79-37D633B846F1}">
                  <asvg:svgBlip xmlns:asvg="http://schemas.microsoft.com/office/drawing/2016/SVG/main" r:embed="rId10"/>
                </a:ext>
              </a:extLst>
            </a:blip>
            <a:stretch>
              <a:fillRect/>
            </a:stretch>
          </p:blipFill>
          <p:spPr>
            <a:xfrm>
              <a:off x="9321121" y="4418033"/>
              <a:ext cx="897474" cy="355817"/>
            </a:xfrm>
            <a:prstGeom prst="rect">
              <a:avLst/>
            </a:prstGeom>
          </p:spPr>
        </p:pic>
        <p:pic>
          <p:nvPicPr>
            <p:cNvPr id="61" name="Graphic 60" hidden="1"/>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a:off x="9321121" y="4772874"/>
              <a:ext cx="897474" cy="355817"/>
            </a:xfrm>
            <a:prstGeom prst="rect">
              <a:avLst/>
            </a:prstGeom>
          </p:spPr>
        </p:pic>
        <p:pic>
          <p:nvPicPr>
            <p:cNvPr id="62" name="Graphic 61" hidden="1"/>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rot="16200000">
              <a:off x="9946868" y="4502045"/>
              <a:ext cx="897474" cy="355817"/>
            </a:xfrm>
            <a:prstGeom prst="rect">
              <a:avLst/>
            </a:prstGeom>
          </p:spPr>
        </p:pic>
        <p:pic>
          <p:nvPicPr>
            <p:cNvPr id="63" name="Graphic 62" hidden="1"/>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rot="16200000">
              <a:off x="8694514" y="4502045"/>
              <a:ext cx="897474" cy="355817"/>
            </a:xfrm>
            <a:prstGeom prst="rect">
              <a:avLst/>
            </a:prstGeom>
          </p:spPr>
        </p:pic>
      </p:grpSp>
      <p:pic>
        <p:nvPicPr>
          <p:cNvPr id="66" name="Graphic 65"/>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a:off x="241053" y="6372101"/>
            <a:ext cx="1630680" cy="247650"/>
          </a:xfrm>
          <a:prstGeom prst="rect">
            <a:avLst/>
          </a:prstGeom>
        </p:spPr>
      </p:pic>
      <p:sp>
        <p:nvSpPr>
          <p:cNvPr id="67" name="Rectangle 66" hidden="1"/>
          <p:cNvSpPr/>
          <p:nvPr userDrawn="1"/>
        </p:nvSpPr>
        <p:spPr>
          <a:xfrm>
            <a:off x="-76201" y="6356350"/>
            <a:ext cx="12353925" cy="276797"/>
          </a:xfrm>
          <a:prstGeom prst="rect">
            <a:avLst/>
          </a:prstGeom>
          <a:noFill/>
          <a:ln w="28575">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5"/>
    </p:custData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Lst>
  <p:txStyles>
    <p:titleStyle>
      <a:lvl1pPr algn="l" defTabSz="914400" rtl="0" eaLnBrk="1" latinLnBrk="0" hangingPunct="1">
        <a:lnSpc>
          <a:spcPct val="90000"/>
        </a:lnSpc>
        <a:spcBef>
          <a:spcPct val="0"/>
        </a:spcBef>
        <a:buNone/>
        <a:defRPr sz="4000" b="1" i="0" kern="1200">
          <a:solidFill>
            <a:srgbClr val="525252"/>
          </a:solidFill>
          <a:latin typeface="IBM Plex Sans SemiBold" panose="020B0503050203000203" pitchFamily="34" charset="0"/>
          <a:ea typeface="IBM Plex Sans SemiBold" panose="020B0503050203000203" pitchFamily="34" charset="0"/>
          <a:cs typeface="IBM Plex Sans SemiBold" panose="020B0503050203000203" pitchFamily="34" charset="0"/>
        </a:defRPr>
      </a:lvl1pPr>
    </p:titleStyle>
    <p:bodyStyle>
      <a:lvl1pPr marL="228600" indent="-228600" algn="l" defTabSz="914400" rtl="0" eaLnBrk="1" latinLnBrk="0" hangingPunct="1">
        <a:lnSpc>
          <a:spcPct val="90000"/>
        </a:lnSpc>
        <a:spcBef>
          <a:spcPts val="1000"/>
        </a:spcBef>
        <a:buFont typeface="Arial" panose="020B0604020202020204"/>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a:buChar char="•"/>
        <a:defRPr sz="1800" kern="1200">
          <a:solidFill>
            <a:srgbClr val="262626"/>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a:buChar char="•"/>
        <a:defRPr sz="1800" kern="1200">
          <a:solidFill>
            <a:srgbClr val="262626"/>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47850"/>
            <a:ext cx="10515600" cy="4351338"/>
          </a:xfrm>
          <a:prstGeom prst="rect">
            <a:avLst/>
          </a:prstGeom>
        </p:spPr>
        <p:txBody>
          <a:bodyPr vert="horz" lIns="91440" tIns="45720" rIns="91440" bIns="45720" rtlCol="0">
            <a:normAutofit/>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p:txBody>
      </p:sp>
      <p:pic>
        <p:nvPicPr>
          <p:cNvPr id="12" name="Picture 11" descr="Text, logo&#10;&#10;Description automatically generated"/>
          <p:cNvPicPr>
            <a:picLocks noChangeAspect="1"/>
          </p:cNvPicPr>
          <p:nvPr userDrawn="1"/>
        </p:nvPicPr>
        <p:blipFill rotWithShape="1">
          <a:blip r:embed="rId7">
            <a:alphaModFix amt="5000"/>
            <a:extLst>
              <a:ext uri="{BEBA8EAE-BF5A-486C-A8C5-ECC9F3942E4B}">
                <a14:imgProps xmlns:a14="http://schemas.microsoft.com/office/drawing/2010/main">
                  <a14:imgLayer r:embed="rId8">
                    <a14:imgEffect>
                      <a14:brightnessContrast contrast="-77000"/>
                    </a14:imgEffect>
                    <a14:imgEffect>
                      <a14:saturation sat="155000"/>
                    </a14:imgEffect>
                  </a14:imgLayer>
                </a14:imgProps>
              </a:ext>
            </a:extLst>
          </a:blip>
          <a:srcRect l="-1923" r="70315"/>
          <a:stretch>
            <a:fillRect/>
          </a:stretch>
        </p:blipFill>
        <p:spPr>
          <a:xfrm>
            <a:off x="3345127" y="1418811"/>
            <a:ext cx="5501746" cy="4826130"/>
          </a:xfrm>
          <a:prstGeom prst="rect">
            <a:avLst/>
          </a:prstGeom>
        </p:spPr>
      </p:pic>
      <p:sp>
        <p:nvSpPr>
          <p:cNvPr id="4" name="Rectangle 3"/>
          <p:cNvSpPr/>
          <p:nvPr userDrawn="1"/>
        </p:nvSpPr>
        <p:spPr>
          <a:xfrm>
            <a:off x="12625444" y="2728308"/>
            <a:ext cx="1235879" cy="1235878"/>
          </a:xfrm>
          <a:prstGeom prst="rect">
            <a:avLst/>
          </a:prstGeom>
          <a:solidFill>
            <a:srgbClr val="BE95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#BE95FF</a:t>
            </a:r>
            <a:endParaRPr lang="en-US" dirty="0">
              <a:solidFill>
                <a:srgbClr val="262626"/>
              </a:solidFill>
              <a:latin typeface="IBM Plex Sans" panose="020B0503050203000203" pitchFamily="34" charset="0"/>
            </a:endParaRPr>
          </a:p>
        </p:txBody>
      </p:sp>
      <p:sp>
        <p:nvSpPr>
          <p:cNvPr id="5" name="Rectangle 4"/>
          <p:cNvSpPr/>
          <p:nvPr userDrawn="1"/>
        </p:nvSpPr>
        <p:spPr>
          <a:xfrm>
            <a:off x="18071881" y="2728308"/>
            <a:ext cx="1235879" cy="1235878"/>
          </a:xfrm>
          <a:prstGeom prst="rect">
            <a:avLst/>
          </a:prstGeom>
          <a:solidFill>
            <a:srgbClr val="33B1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#33B1FF</a:t>
            </a:r>
            <a:endParaRPr lang="en-US" dirty="0">
              <a:solidFill>
                <a:srgbClr val="262626"/>
              </a:solidFill>
              <a:latin typeface="IBM Plex Sans" panose="020B0503050203000203" pitchFamily="34" charset="0"/>
            </a:endParaRPr>
          </a:p>
        </p:txBody>
      </p:sp>
      <p:sp>
        <p:nvSpPr>
          <p:cNvPr id="6" name="Rectangle 5"/>
          <p:cNvSpPr/>
          <p:nvPr userDrawn="1"/>
        </p:nvSpPr>
        <p:spPr>
          <a:xfrm>
            <a:off x="14440923" y="2728308"/>
            <a:ext cx="1235879" cy="1235878"/>
          </a:xfrm>
          <a:prstGeom prst="rect">
            <a:avLst/>
          </a:prstGeom>
          <a:solidFill>
            <a:srgbClr val="FF7EB6"/>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#FF7EB6</a:t>
            </a:r>
            <a:endParaRPr lang="en-US" dirty="0">
              <a:solidFill>
                <a:srgbClr val="262626"/>
              </a:solidFill>
              <a:latin typeface="IBM Plex Sans" panose="020B0503050203000203" pitchFamily="34" charset="0"/>
            </a:endParaRPr>
          </a:p>
        </p:txBody>
      </p:sp>
      <p:sp>
        <p:nvSpPr>
          <p:cNvPr id="9" name="Rectangle 8"/>
          <p:cNvSpPr/>
          <p:nvPr userDrawn="1"/>
        </p:nvSpPr>
        <p:spPr>
          <a:xfrm>
            <a:off x="16256402" y="2728308"/>
            <a:ext cx="1235879" cy="1235878"/>
          </a:xfrm>
          <a:prstGeom prst="rect">
            <a:avLst/>
          </a:prstGeom>
          <a:solidFill>
            <a:srgbClr val="08BDBA"/>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#08BDBA</a:t>
            </a:r>
            <a:endParaRPr lang="en-US" dirty="0">
              <a:solidFill>
                <a:srgbClr val="262626"/>
              </a:solidFill>
              <a:latin typeface="IBM Plex Sans" panose="020B0503050203000203" pitchFamily="34" charset="0"/>
            </a:endParaRPr>
          </a:p>
        </p:txBody>
      </p:sp>
      <p:sp>
        <p:nvSpPr>
          <p:cNvPr id="10" name="TextBox 9"/>
          <p:cNvSpPr txBox="1"/>
          <p:nvPr userDrawn="1"/>
        </p:nvSpPr>
        <p:spPr>
          <a:xfrm>
            <a:off x="12602453" y="3912427"/>
            <a:ext cx="1237839" cy="369332"/>
          </a:xfrm>
          <a:prstGeom prst="rect">
            <a:avLst/>
          </a:prstGeom>
          <a:noFill/>
        </p:spPr>
        <p:txBody>
          <a:bodyPr wrap="none" rtlCol="0">
            <a:spAutoFit/>
          </a:bodyPr>
          <a:lstStyle/>
          <a:p>
            <a:r>
              <a:rPr lang="en-US" b="1" i="0" dirty="0">
                <a:solidFill>
                  <a:srgbClr val="FFFFFF"/>
                </a:solidFill>
                <a:effectLst/>
              </a:rPr>
              <a:t>Purple 40</a:t>
            </a:r>
            <a:endParaRPr lang="en-US" b="1" dirty="0">
              <a:solidFill>
                <a:srgbClr val="FFFFFF"/>
              </a:solidFill>
            </a:endParaRPr>
          </a:p>
        </p:txBody>
      </p:sp>
      <p:sp>
        <p:nvSpPr>
          <p:cNvPr id="13" name="TextBox 12"/>
          <p:cNvSpPr txBox="1"/>
          <p:nvPr userDrawn="1"/>
        </p:nvSpPr>
        <p:spPr>
          <a:xfrm>
            <a:off x="14334144" y="3912427"/>
            <a:ext cx="1449436" cy="369332"/>
          </a:xfrm>
          <a:prstGeom prst="rect">
            <a:avLst/>
          </a:prstGeom>
          <a:noFill/>
        </p:spPr>
        <p:txBody>
          <a:bodyPr wrap="none" rtlCol="0">
            <a:spAutoFit/>
          </a:bodyPr>
          <a:lstStyle/>
          <a:p>
            <a:r>
              <a:rPr lang="en-US" b="1" dirty="0">
                <a:solidFill>
                  <a:srgbClr val="FFFFFF"/>
                </a:solidFill>
              </a:rPr>
              <a:t>Magenta</a:t>
            </a:r>
            <a:r>
              <a:rPr lang="en-US" b="1" i="0" dirty="0">
                <a:solidFill>
                  <a:srgbClr val="FFFFFF"/>
                </a:solidFill>
                <a:effectLst/>
              </a:rPr>
              <a:t> 40</a:t>
            </a:r>
            <a:endParaRPr lang="en-US" b="1" dirty="0">
              <a:solidFill>
                <a:srgbClr val="FFFFFF"/>
              </a:solidFill>
            </a:endParaRPr>
          </a:p>
        </p:txBody>
      </p:sp>
      <p:sp>
        <p:nvSpPr>
          <p:cNvPr id="14" name="TextBox 13"/>
          <p:cNvSpPr txBox="1"/>
          <p:nvPr userDrawn="1"/>
        </p:nvSpPr>
        <p:spPr>
          <a:xfrm>
            <a:off x="16404771" y="3912427"/>
            <a:ext cx="966355" cy="369332"/>
          </a:xfrm>
          <a:prstGeom prst="rect">
            <a:avLst/>
          </a:prstGeom>
          <a:noFill/>
        </p:spPr>
        <p:txBody>
          <a:bodyPr wrap="none" rtlCol="0">
            <a:spAutoFit/>
          </a:bodyPr>
          <a:lstStyle/>
          <a:p>
            <a:r>
              <a:rPr lang="en-US" b="1" dirty="0">
                <a:solidFill>
                  <a:srgbClr val="FFFFFF"/>
                </a:solidFill>
              </a:rPr>
              <a:t>Teal</a:t>
            </a:r>
            <a:r>
              <a:rPr lang="en-US" b="1" i="0" dirty="0">
                <a:solidFill>
                  <a:srgbClr val="FFFFFF"/>
                </a:solidFill>
                <a:effectLst/>
              </a:rPr>
              <a:t> 40</a:t>
            </a:r>
            <a:endParaRPr lang="en-US" b="1" dirty="0">
              <a:solidFill>
                <a:srgbClr val="FFFFFF"/>
              </a:solidFill>
            </a:endParaRPr>
          </a:p>
        </p:txBody>
      </p:sp>
      <p:sp>
        <p:nvSpPr>
          <p:cNvPr id="15" name="TextBox 14"/>
          <p:cNvSpPr txBox="1"/>
          <p:nvPr userDrawn="1"/>
        </p:nvSpPr>
        <p:spPr>
          <a:xfrm>
            <a:off x="18206642" y="3912427"/>
            <a:ext cx="1055097" cy="369332"/>
          </a:xfrm>
          <a:prstGeom prst="rect">
            <a:avLst/>
          </a:prstGeom>
          <a:noFill/>
        </p:spPr>
        <p:txBody>
          <a:bodyPr wrap="none" rtlCol="0">
            <a:spAutoFit/>
          </a:bodyPr>
          <a:lstStyle/>
          <a:p>
            <a:r>
              <a:rPr lang="en-US" b="1" dirty="0">
                <a:solidFill>
                  <a:srgbClr val="FFFFFF"/>
                </a:solidFill>
              </a:rPr>
              <a:t>Cyan</a:t>
            </a:r>
            <a:r>
              <a:rPr lang="en-US" b="1" i="0" dirty="0">
                <a:solidFill>
                  <a:srgbClr val="FFFFFF"/>
                </a:solidFill>
                <a:effectLst/>
              </a:rPr>
              <a:t> 40</a:t>
            </a:r>
            <a:endParaRPr lang="en-US" b="1" dirty="0">
              <a:solidFill>
                <a:srgbClr val="FFFFFF"/>
              </a:solidFill>
            </a:endParaRPr>
          </a:p>
        </p:txBody>
      </p:sp>
      <p:sp>
        <p:nvSpPr>
          <p:cNvPr id="16" name="Rectangle 15"/>
          <p:cNvSpPr/>
          <p:nvPr userDrawn="1"/>
        </p:nvSpPr>
        <p:spPr>
          <a:xfrm>
            <a:off x="12625444" y="4418033"/>
            <a:ext cx="1235879" cy="1235878"/>
          </a:xfrm>
          <a:prstGeom prst="rect">
            <a:avLst/>
          </a:prstGeom>
          <a:solidFill>
            <a:srgbClr val="8A3FFC"/>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latin typeface="IBM Plex Sans" panose="020B0503050203000203" pitchFamily="34" charset="0"/>
              </a:rPr>
              <a:t>#8A3FFC</a:t>
            </a:r>
            <a:endParaRPr lang="en-US" dirty="0">
              <a:solidFill>
                <a:schemeClr val="bg2"/>
              </a:solidFill>
              <a:latin typeface="IBM Plex Sans" panose="020B0503050203000203" pitchFamily="34" charset="0"/>
            </a:endParaRPr>
          </a:p>
        </p:txBody>
      </p:sp>
      <p:sp>
        <p:nvSpPr>
          <p:cNvPr id="17" name="Rectangle 16"/>
          <p:cNvSpPr/>
          <p:nvPr userDrawn="1"/>
        </p:nvSpPr>
        <p:spPr>
          <a:xfrm>
            <a:off x="18071881" y="4418033"/>
            <a:ext cx="1235879" cy="1235878"/>
          </a:xfrm>
          <a:prstGeom prst="rect">
            <a:avLst/>
          </a:prstGeom>
          <a:solidFill>
            <a:srgbClr val="0072C3"/>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latin typeface="IBM Plex Sans" panose="020B0503050203000203" pitchFamily="34" charset="0"/>
              </a:rPr>
              <a:t>#0072C3</a:t>
            </a:r>
            <a:endParaRPr lang="en-US" dirty="0">
              <a:solidFill>
                <a:schemeClr val="bg2"/>
              </a:solidFill>
              <a:latin typeface="IBM Plex Sans" panose="020B0503050203000203" pitchFamily="34" charset="0"/>
            </a:endParaRPr>
          </a:p>
        </p:txBody>
      </p:sp>
      <p:sp>
        <p:nvSpPr>
          <p:cNvPr id="18" name="Rectangle 17"/>
          <p:cNvSpPr/>
          <p:nvPr userDrawn="1"/>
        </p:nvSpPr>
        <p:spPr>
          <a:xfrm>
            <a:off x="14440923" y="4418033"/>
            <a:ext cx="1235879" cy="1235878"/>
          </a:xfrm>
          <a:prstGeom prst="rect">
            <a:avLst/>
          </a:prstGeom>
          <a:solidFill>
            <a:srgbClr val="D02670"/>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latin typeface="IBM Plex Sans" panose="020B0503050203000203" pitchFamily="34" charset="0"/>
              </a:rPr>
              <a:t>#D02670</a:t>
            </a:r>
            <a:endParaRPr lang="en-US" dirty="0">
              <a:solidFill>
                <a:schemeClr val="bg2"/>
              </a:solidFill>
              <a:latin typeface="IBM Plex Sans" panose="020B0503050203000203" pitchFamily="34" charset="0"/>
            </a:endParaRPr>
          </a:p>
        </p:txBody>
      </p:sp>
      <p:sp>
        <p:nvSpPr>
          <p:cNvPr id="19" name="Rectangle 18"/>
          <p:cNvSpPr/>
          <p:nvPr userDrawn="1"/>
        </p:nvSpPr>
        <p:spPr>
          <a:xfrm>
            <a:off x="16256402" y="4418033"/>
            <a:ext cx="1235879" cy="1235878"/>
          </a:xfrm>
          <a:prstGeom prst="rect">
            <a:avLst/>
          </a:prstGeom>
          <a:solidFill>
            <a:srgbClr val="007D79"/>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latin typeface="IBM Plex Sans" panose="020B0503050203000203" pitchFamily="34" charset="0"/>
              </a:rPr>
              <a:t>#007D79</a:t>
            </a:r>
            <a:endParaRPr lang="en-US" dirty="0">
              <a:solidFill>
                <a:schemeClr val="bg2"/>
              </a:solidFill>
              <a:latin typeface="IBM Plex Sans" panose="020B0503050203000203" pitchFamily="34" charset="0"/>
            </a:endParaRPr>
          </a:p>
        </p:txBody>
      </p:sp>
      <p:sp>
        <p:nvSpPr>
          <p:cNvPr id="20" name="TextBox 19"/>
          <p:cNvSpPr txBox="1"/>
          <p:nvPr userDrawn="1"/>
        </p:nvSpPr>
        <p:spPr>
          <a:xfrm>
            <a:off x="12602453" y="5602152"/>
            <a:ext cx="1237839" cy="369332"/>
          </a:xfrm>
          <a:prstGeom prst="rect">
            <a:avLst/>
          </a:prstGeom>
          <a:noFill/>
        </p:spPr>
        <p:txBody>
          <a:bodyPr wrap="none" rtlCol="0">
            <a:spAutoFit/>
          </a:bodyPr>
          <a:lstStyle/>
          <a:p>
            <a:r>
              <a:rPr lang="en-US" b="1" i="0" dirty="0">
                <a:solidFill>
                  <a:srgbClr val="FFFFFF"/>
                </a:solidFill>
                <a:effectLst/>
              </a:rPr>
              <a:t>Purple 60</a:t>
            </a:r>
            <a:endParaRPr lang="en-US" b="1" dirty="0">
              <a:solidFill>
                <a:srgbClr val="FFFFFF"/>
              </a:solidFill>
            </a:endParaRPr>
          </a:p>
        </p:txBody>
      </p:sp>
      <p:sp>
        <p:nvSpPr>
          <p:cNvPr id="21" name="TextBox 20"/>
          <p:cNvSpPr txBox="1"/>
          <p:nvPr userDrawn="1"/>
        </p:nvSpPr>
        <p:spPr>
          <a:xfrm>
            <a:off x="14334144" y="5602152"/>
            <a:ext cx="1448025" cy="369332"/>
          </a:xfrm>
          <a:prstGeom prst="rect">
            <a:avLst/>
          </a:prstGeom>
          <a:noFill/>
        </p:spPr>
        <p:txBody>
          <a:bodyPr wrap="none" rtlCol="0">
            <a:spAutoFit/>
          </a:bodyPr>
          <a:lstStyle/>
          <a:p>
            <a:r>
              <a:rPr lang="en-US" b="1" dirty="0">
                <a:solidFill>
                  <a:srgbClr val="FFFFFF"/>
                </a:solidFill>
              </a:rPr>
              <a:t>Magenta</a:t>
            </a:r>
            <a:r>
              <a:rPr lang="en-US" b="1" i="0" dirty="0">
                <a:solidFill>
                  <a:srgbClr val="FFFFFF"/>
                </a:solidFill>
                <a:effectLst/>
              </a:rPr>
              <a:t> 60</a:t>
            </a:r>
            <a:endParaRPr lang="en-US" b="1" dirty="0">
              <a:solidFill>
                <a:srgbClr val="FFFFFF"/>
              </a:solidFill>
            </a:endParaRPr>
          </a:p>
        </p:txBody>
      </p:sp>
      <p:sp>
        <p:nvSpPr>
          <p:cNvPr id="22" name="TextBox 21"/>
          <p:cNvSpPr txBox="1"/>
          <p:nvPr userDrawn="1"/>
        </p:nvSpPr>
        <p:spPr>
          <a:xfrm>
            <a:off x="16404771" y="5602152"/>
            <a:ext cx="966931" cy="369332"/>
          </a:xfrm>
          <a:prstGeom prst="rect">
            <a:avLst/>
          </a:prstGeom>
          <a:noFill/>
        </p:spPr>
        <p:txBody>
          <a:bodyPr wrap="none" rtlCol="0">
            <a:spAutoFit/>
          </a:bodyPr>
          <a:lstStyle/>
          <a:p>
            <a:r>
              <a:rPr lang="en-US" b="1" dirty="0">
                <a:solidFill>
                  <a:srgbClr val="FFFFFF"/>
                </a:solidFill>
              </a:rPr>
              <a:t>Teal</a:t>
            </a:r>
            <a:r>
              <a:rPr lang="en-US" b="1" i="0" dirty="0">
                <a:solidFill>
                  <a:srgbClr val="FFFFFF"/>
                </a:solidFill>
                <a:effectLst/>
              </a:rPr>
              <a:t> 60</a:t>
            </a:r>
            <a:endParaRPr lang="en-US" b="1" dirty="0">
              <a:solidFill>
                <a:srgbClr val="FFFFFF"/>
              </a:solidFill>
            </a:endParaRPr>
          </a:p>
        </p:txBody>
      </p:sp>
      <p:sp>
        <p:nvSpPr>
          <p:cNvPr id="23" name="TextBox 22"/>
          <p:cNvSpPr txBox="1"/>
          <p:nvPr userDrawn="1"/>
        </p:nvSpPr>
        <p:spPr>
          <a:xfrm>
            <a:off x="18206642" y="5602152"/>
            <a:ext cx="1055097" cy="369332"/>
          </a:xfrm>
          <a:prstGeom prst="rect">
            <a:avLst/>
          </a:prstGeom>
          <a:noFill/>
        </p:spPr>
        <p:txBody>
          <a:bodyPr wrap="none" rtlCol="0">
            <a:spAutoFit/>
          </a:bodyPr>
          <a:lstStyle/>
          <a:p>
            <a:r>
              <a:rPr lang="en-US" b="1" dirty="0">
                <a:solidFill>
                  <a:srgbClr val="FFFFFF"/>
                </a:solidFill>
              </a:rPr>
              <a:t>Cyan</a:t>
            </a:r>
            <a:r>
              <a:rPr lang="en-US" b="1" i="0" dirty="0">
                <a:solidFill>
                  <a:srgbClr val="FFFFFF"/>
                </a:solidFill>
                <a:effectLst/>
              </a:rPr>
              <a:t> 60</a:t>
            </a:r>
            <a:endParaRPr lang="en-US" b="1" dirty="0">
              <a:solidFill>
                <a:srgbClr val="FFFFFF"/>
              </a:solidFill>
            </a:endParaRPr>
          </a:p>
        </p:txBody>
      </p:sp>
      <p:sp>
        <p:nvSpPr>
          <p:cNvPr id="24" name="Rectangle 23"/>
          <p:cNvSpPr/>
          <p:nvPr userDrawn="1"/>
        </p:nvSpPr>
        <p:spPr>
          <a:xfrm>
            <a:off x="19512379" y="2712316"/>
            <a:ext cx="1267863" cy="1267862"/>
          </a:xfrm>
          <a:prstGeom prst="rect">
            <a:avLst/>
          </a:prstGeom>
          <a:solidFill>
            <a:srgbClr val="121619"/>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bg2"/>
                </a:solidFill>
                <a:latin typeface="IBM Plex Sans" panose="020B0503050203000203" pitchFamily="34" charset="0"/>
              </a:rPr>
              <a:t>Icon</a:t>
            </a:r>
            <a:endParaRPr lang="en-US" dirty="0">
              <a:solidFill>
                <a:schemeClr val="bg2"/>
              </a:solidFill>
              <a:latin typeface="IBM Plex Sans" panose="020B0503050203000203" pitchFamily="34" charset="0"/>
            </a:endParaRPr>
          </a:p>
          <a:p>
            <a:pPr algn="ctr"/>
            <a:r>
              <a:rPr lang="en-US" dirty="0">
                <a:solidFill>
                  <a:schemeClr val="bg2"/>
                </a:solidFill>
                <a:latin typeface="IBM Plex Sans" panose="020B0503050203000203" pitchFamily="34" charset="0"/>
              </a:rPr>
              <a:t>#</a:t>
            </a:r>
            <a:r>
              <a:rPr lang="en-US" b="0" i="0" dirty="0">
                <a:solidFill>
                  <a:srgbClr val="FFFFFF"/>
                </a:solidFill>
                <a:effectLst/>
                <a:latin typeface="IBM Plex Mono" panose="020B0509050203000203" pitchFamily="49" charset="0"/>
              </a:rPr>
              <a:t>000000</a:t>
            </a:r>
            <a:endParaRPr lang="en-US" dirty="0">
              <a:solidFill>
                <a:schemeClr val="bg2"/>
              </a:solidFill>
              <a:latin typeface="IBM Plex Sans" panose="020B0503050203000203" pitchFamily="34" charset="0"/>
            </a:endParaRPr>
          </a:p>
        </p:txBody>
      </p:sp>
      <p:sp>
        <p:nvSpPr>
          <p:cNvPr id="25" name="Rectangle 24"/>
          <p:cNvSpPr/>
          <p:nvPr userDrawn="1"/>
        </p:nvSpPr>
        <p:spPr>
          <a:xfrm>
            <a:off x="19510690" y="4403963"/>
            <a:ext cx="1264019" cy="1264018"/>
          </a:xfrm>
          <a:prstGeom prst="rect">
            <a:avLst/>
          </a:prstGeom>
          <a:solidFill>
            <a:srgbClr val="FFFF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rgbClr val="262626"/>
                </a:solidFill>
                <a:latin typeface="IBM Plex Sans" panose="020B0503050203000203" pitchFamily="34" charset="0"/>
              </a:rPr>
              <a:t>Icon</a:t>
            </a:r>
            <a:endParaRPr lang="en-US" dirty="0">
              <a:solidFill>
                <a:srgbClr val="262626"/>
              </a:solidFill>
              <a:latin typeface="IBM Plex Sans" panose="020B0503050203000203" pitchFamily="34" charset="0"/>
            </a:endParaRPr>
          </a:p>
          <a:p>
            <a:pPr algn="ctr"/>
            <a:r>
              <a:rPr lang="en-US" dirty="0">
                <a:solidFill>
                  <a:srgbClr val="262626"/>
                </a:solidFill>
                <a:latin typeface="IBM Plex Sans" panose="020B0503050203000203" pitchFamily="34" charset="0"/>
              </a:rPr>
              <a:t>#</a:t>
            </a:r>
            <a:r>
              <a:rPr lang="en-US" b="0" i="0" dirty="0">
                <a:solidFill>
                  <a:srgbClr val="262626"/>
                </a:solidFill>
                <a:effectLst/>
                <a:latin typeface="IBM Plex Mono" panose="020B0509050203000203" pitchFamily="49" charset="0"/>
              </a:rPr>
              <a:t>FFFFFF</a:t>
            </a:r>
            <a:endParaRPr lang="en-US" dirty="0">
              <a:solidFill>
                <a:srgbClr val="262626"/>
              </a:solidFill>
              <a:latin typeface="IBM Plex Sans" panose="020B0503050203000203" pitchFamily="34" charset="0"/>
            </a:endParaRPr>
          </a:p>
        </p:txBody>
      </p:sp>
      <p:sp>
        <p:nvSpPr>
          <p:cNvPr id="26" name="Rectangle 25"/>
          <p:cNvSpPr/>
          <p:nvPr userDrawn="1"/>
        </p:nvSpPr>
        <p:spPr>
          <a:xfrm>
            <a:off x="12625444" y="1072749"/>
            <a:ext cx="1235879" cy="1235878"/>
          </a:xfrm>
          <a:prstGeom prst="rect">
            <a:avLst/>
          </a:prstGeom>
          <a:solidFill>
            <a:srgbClr val="F6F2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#F6F2FF</a:t>
            </a:r>
            <a:endParaRPr lang="en-US" dirty="0">
              <a:solidFill>
                <a:srgbClr val="262626"/>
              </a:solidFill>
              <a:latin typeface="IBM Plex Sans" panose="020B0503050203000203" pitchFamily="34" charset="0"/>
            </a:endParaRPr>
          </a:p>
        </p:txBody>
      </p:sp>
      <p:sp>
        <p:nvSpPr>
          <p:cNvPr id="27" name="Rectangle 26"/>
          <p:cNvSpPr/>
          <p:nvPr userDrawn="1"/>
        </p:nvSpPr>
        <p:spPr>
          <a:xfrm>
            <a:off x="18071881" y="1072749"/>
            <a:ext cx="1235879" cy="1235878"/>
          </a:xfrm>
          <a:prstGeom prst="rect">
            <a:avLst/>
          </a:prstGeom>
          <a:solidFill>
            <a:srgbClr val="E5F6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#E5F6FF</a:t>
            </a:r>
            <a:endParaRPr lang="en-US" dirty="0">
              <a:solidFill>
                <a:srgbClr val="262626"/>
              </a:solidFill>
              <a:latin typeface="IBM Plex Sans" panose="020B0503050203000203" pitchFamily="34" charset="0"/>
            </a:endParaRPr>
          </a:p>
        </p:txBody>
      </p:sp>
      <p:sp>
        <p:nvSpPr>
          <p:cNvPr id="28" name="Rectangle 27"/>
          <p:cNvSpPr/>
          <p:nvPr userDrawn="1"/>
        </p:nvSpPr>
        <p:spPr>
          <a:xfrm>
            <a:off x="14440923" y="1072749"/>
            <a:ext cx="1235879" cy="1235878"/>
          </a:xfrm>
          <a:prstGeom prst="rect">
            <a:avLst/>
          </a:prstGeom>
          <a:solidFill>
            <a:srgbClr val="FFF0F7"/>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#FFF0F7</a:t>
            </a:r>
            <a:endParaRPr lang="en-US" dirty="0">
              <a:solidFill>
                <a:srgbClr val="262626"/>
              </a:solidFill>
              <a:latin typeface="IBM Plex Sans" panose="020B0503050203000203" pitchFamily="34" charset="0"/>
            </a:endParaRPr>
          </a:p>
        </p:txBody>
      </p:sp>
      <p:sp>
        <p:nvSpPr>
          <p:cNvPr id="29" name="Rectangle 28"/>
          <p:cNvSpPr/>
          <p:nvPr userDrawn="1"/>
        </p:nvSpPr>
        <p:spPr>
          <a:xfrm>
            <a:off x="16256402" y="1072749"/>
            <a:ext cx="1235879" cy="1235878"/>
          </a:xfrm>
          <a:prstGeom prst="rect">
            <a:avLst/>
          </a:prstGeom>
          <a:solidFill>
            <a:srgbClr val="D9FBFB"/>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#D9FBFB</a:t>
            </a:r>
            <a:endParaRPr lang="en-US" dirty="0">
              <a:solidFill>
                <a:srgbClr val="262626"/>
              </a:solidFill>
              <a:latin typeface="IBM Plex Sans" panose="020B0503050203000203" pitchFamily="34" charset="0"/>
            </a:endParaRPr>
          </a:p>
        </p:txBody>
      </p:sp>
      <p:sp>
        <p:nvSpPr>
          <p:cNvPr id="30" name="TextBox 29"/>
          <p:cNvSpPr txBox="1"/>
          <p:nvPr userDrawn="1"/>
        </p:nvSpPr>
        <p:spPr>
          <a:xfrm>
            <a:off x="12602453" y="2256868"/>
            <a:ext cx="1237839" cy="369332"/>
          </a:xfrm>
          <a:prstGeom prst="rect">
            <a:avLst/>
          </a:prstGeom>
          <a:noFill/>
        </p:spPr>
        <p:txBody>
          <a:bodyPr wrap="none" rtlCol="0">
            <a:spAutoFit/>
          </a:bodyPr>
          <a:lstStyle/>
          <a:p>
            <a:r>
              <a:rPr lang="en-US" b="1" i="0" dirty="0">
                <a:solidFill>
                  <a:srgbClr val="FFFFFF"/>
                </a:solidFill>
                <a:effectLst/>
              </a:rPr>
              <a:t>Purple 10</a:t>
            </a:r>
            <a:endParaRPr lang="en-US" b="1" dirty="0">
              <a:solidFill>
                <a:srgbClr val="FFFFFF"/>
              </a:solidFill>
            </a:endParaRPr>
          </a:p>
        </p:txBody>
      </p:sp>
      <p:sp>
        <p:nvSpPr>
          <p:cNvPr id="31" name="TextBox 30"/>
          <p:cNvSpPr txBox="1"/>
          <p:nvPr userDrawn="1"/>
        </p:nvSpPr>
        <p:spPr>
          <a:xfrm>
            <a:off x="14334144" y="2256868"/>
            <a:ext cx="1449436" cy="369332"/>
          </a:xfrm>
          <a:prstGeom prst="rect">
            <a:avLst/>
          </a:prstGeom>
          <a:noFill/>
        </p:spPr>
        <p:txBody>
          <a:bodyPr wrap="none" rtlCol="0">
            <a:spAutoFit/>
          </a:bodyPr>
          <a:lstStyle/>
          <a:p>
            <a:r>
              <a:rPr lang="en-US" b="1" dirty="0">
                <a:solidFill>
                  <a:srgbClr val="FFFFFF"/>
                </a:solidFill>
              </a:rPr>
              <a:t>Magenta</a:t>
            </a:r>
            <a:r>
              <a:rPr lang="en-US" b="1" i="0" dirty="0">
                <a:solidFill>
                  <a:srgbClr val="FFFFFF"/>
                </a:solidFill>
                <a:effectLst/>
              </a:rPr>
              <a:t> 10</a:t>
            </a:r>
            <a:endParaRPr lang="en-US" b="1" dirty="0">
              <a:solidFill>
                <a:srgbClr val="FFFFFF"/>
              </a:solidFill>
            </a:endParaRPr>
          </a:p>
        </p:txBody>
      </p:sp>
      <p:sp>
        <p:nvSpPr>
          <p:cNvPr id="32" name="TextBox 31"/>
          <p:cNvSpPr txBox="1"/>
          <p:nvPr userDrawn="1"/>
        </p:nvSpPr>
        <p:spPr>
          <a:xfrm>
            <a:off x="16404771" y="2256868"/>
            <a:ext cx="966355" cy="369332"/>
          </a:xfrm>
          <a:prstGeom prst="rect">
            <a:avLst/>
          </a:prstGeom>
          <a:noFill/>
        </p:spPr>
        <p:txBody>
          <a:bodyPr wrap="none" rtlCol="0">
            <a:spAutoFit/>
          </a:bodyPr>
          <a:lstStyle/>
          <a:p>
            <a:r>
              <a:rPr lang="en-US" b="1" dirty="0">
                <a:solidFill>
                  <a:srgbClr val="FFFFFF"/>
                </a:solidFill>
              </a:rPr>
              <a:t>Teal</a:t>
            </a:r>
            <a:r>
              <a:rPr lang="en-US" b="1" i="0" dirty="0">
                <a:solidFill>
                  <a:srgbClr val="FFFFFF"/>
                </a:solidFill>
                <a:effectLst/>
              </a:rPr>
              <a:t> 10</a:t>
            </a:r>
            <a:endParaRPr lang="en-US" b="1" dirty="0">
              <a:solidFill>
                <a:srgbClr val="FFFFFF"/>
              </a:solidFill>
            </a:endParaRPr>
          </a:p>
        </p:txBody>
      </p:sp>
      <p:sp>
        <p:nvSpPr>
          <p:cNvPr id="33" name="TextBox 32"/>
          <p:cNvSpPr txBox="1"/>
          <p:nvPr userDrawn="1"/>
        </p:nvSpPr>
        <p:spPr>
          <a:xfrm>
            <a:off x="18206642" y="2256868"/>
            <a:ext cx="1055097" cy="369332"/>
          </a:xfrm>
          <a:prstGeom prst="rect">
            <a:avLst/>
          </a:prstGeom>
          <a:noFill/>
        </p:spPr>
        <p:txBody>
          <a:bodyPr wrap="none" rtlCol="0">
            <a:spAutoFit/>
          </a:bodyPr>
          <a:lstStyle/>
          <a:p>
            <a:r>
              <a:rPr lang="en-US" b="1" dirty="0">
                <a:solidFill>
                  <a:srgbClr val="FFFFFF"/>
                </a:solidFill>
              </a:rPr>
              <a:t>Cyan</a:t>
            </a:r>
            <a:r>
              <a:rPr lang="en-US" b="1" i="0" dirty="0">
                <a:solidFill>
                  <a:srgbClr val="FFFFFF"/>
                </a:solidFill>
                <a:effectLst/>
              </a:rPr>
              <a:t> 10</a:t>
            </a:r>
            <a:endParaRPr lang="en-US" b="1" dirty="0">
              <a:solidFill>
                <a:srgbClr val="FFFFFF"/>
              </a:solidFill>
            </a:endParaRPr>
          </a:p>
        </p:txBody>
      </p:sp>
      <p:sp>
        <p:nvSpPr>
          <p:cNvPr id="34" name="Rectangle 33"/>
          <p:cNvSpPr/>
          <p:nvPr userDrawn="1"/>
        </p:nvSpPr>
        <p:spPr>
          <a:xfrm>
            <a:off x="16222135" y="-2341897"/>
            <a:ext cx="1267863" cy="1267862"/>
          </a:xfrm>
          <a:prstGeom prst="rect">
            <a:avLst/>
          </a:prstGeom>
          <a:solidFill>
            <a:srgbClr val="C1C7CD"/>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endParaRPr lang="en-US" dirty="0">
              <a:solidFill>
                <a:schemeClr val="tx1"/>
              </a:solidFill>
              <a:latin typeface="IBM Plex Sans" panose="020B0503050203000203" pitchFamily="34" charset="0"/>
            </a:endParaRPr>
          </a:p>
          <a:p>
            <a:pPr algn="ctr"/>
            <a:r>
              <a:rPr lang="en-US" dirty="0">
                <a:solidFill>
                  <a:schemeClr val="tx1"/>
                </a:solidFill>
                <a:latin typeface="IBM Plex Sans" panose="020B0503050203000203" pitchFamily="34" charset="0"/>
              </a:rPr>
              <a:t>#C1C7CD</a:t>
            </a:r>
            <a:endParaRPr lang="en-US" dirty="0">
              <a:solidFill>
                <a:schemeClr val="tx1"/>
              </a:solidFill>
              <a:latin typeface="IBM Plex Sans" panose="020B0503050203000203" pitchFamily="34" charset="0"/>
            </a:endParaRPr>
          </a:p>
        </p:txBody>
      </p:sp>
      <p:sp>
        <p:nvSpPr>
          <p:cNvPr id="37" name="Rectangle 36"/>
          <p:cNvSpPr/>
          <p:nvPr userDrawn="1"/>
        </p:nvSpPr>
        <p:spPr>
          <a:xfrm>
            <a:off x="16222135" y="-801901"/>
            <a:ext cx="1267863" cy="1267862"/>
          </a:xfrm>
          <a:prstGeom prst="rect">
            <a:avLst/>
          </a:prstGeom>
          <a:solidFill>
            <a:srgbClr val="F2F4F8"/>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endParaRPr lang="en-US" dirty="0">
              <a:solidFill>
                <a:schemeClr val="tx1"/>
              </a:solidFill>
              <a:latin typeface="IBM Plex Sans" panose="020B0503050203000203" pitchFamily="34" charset="0"/>
            </a:endParaRPr>
          </a:p>
          <a:p>
            <a:pPr algn="ctr"/>
            <a:r>
              <a:rPr lang="en-US" dirty="0">
                <a:solidFill>
                  <a:schemeClr val="tx1"/>
                </a:solidFill>
                <a:latin typeface="IBM Plex Sans" panose="020B0503050203000203" pitchFamily="34" charset="0"/>
              </a:rPr>
              <a:t>#F2F4F8</a:t>
            </a:r>
            <a:endParaRPr lang="en-US" dirty="0">
              <a:solidFill>
                <a:schemeClr val="tx1"/>
              </a:solidFill>
              <a:latin typeface="IBM Plex Sans" panose="020B0503050203000203" pitchFamily="34" charset="0"/>
            </a:endParaRPr>
          </a:p>
        </p:txBody>
      </p:sp>
      <p:sp>
        <p:nvSpPr>
          <p:cNvPr id="38" name="Rectangle 37"/>
          <p:cNvSpPr/>
          <p:nvPr userDrawn="1"/>
        </p:nvSpPr>
        <p:spPr>
          <a:xfrm>
            <a:off x="14397282" y="-2352139"/>
            <a:ext cx="1267863" cy="1267862"/>
          </a:xfrm>
          <a:prstGeom prst="rect">
            <a:avLst/>
          </a:prstGeom>
          <a:solidFill>
            <a:srgbClr val="BE95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endParaRPr lang="en-US" dirty="0">
              <a:solidFill>
                <a:schemeClr val="tx1"/>
              </a:solidFill>
              <a:latin typeface="IBM Plex Sans" panose="020B0503050203000203" pitchFamily="34" charset="0"/>
            </a:endParaRPr>
          </a:p>
          <a:p>
            <a:pPr algn="ctr"/>
            <a:r>
              <a:rPr lang="en-US" dirty="0">
                <a:solidFill>
                  <a:schemeClr val="tx1"/>
                </a:solidFill>
                <a:latin typeface="IBM Plex Sans" panose="020B0503050203000203" pitchFamily="34" charset="0"/>
              </a:rPr>
              <a:t>#BE95FF</a:t>
            </a:r>
            <a:endParaRPr lang="en-US" dirty="0">
              <a:solidFill>
                <a:schemeClr val="tx1"/>
              </a:solidFill>
              <a:latin typeface="IBM Plex Sans" panose="020B0503050203000203" pitchFamily="34" charset="0"/>
            </a:endParaRPr>
          </a:p>
        </p:txBody>
      </p:sp>
      <p:sp>
        <p:nvSpPr>
          <p:cNvPr id="39" name="Rectangle 38"/>
          <p:cNvSpPr/>
          <p:nvPr userDrawn="1"/>
        </p:nvSpPr>
        <p:spPr>
          <a:xfrm>
            <a:off x="14397282" y="-812143"/>
            <a:ext cx="1267863" cy="1267862"/>
          </a:xfrm>
          <a:prstGeom prst="rect">
            <a:avLst/>
          </a:prstGeom>
          <a:solidFill>
            <a:srgbClr val="33B1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endParaRPr lang="en-US" dirty="0">
              <a:solidFill>
                <a:schemeClr val="tx1"/>
              </a:solidFill>
              <a:latin typeface="IBM Plex Sans" panose="020B0503050203000203" pitchFamily="34" charset="0"/>
            </a:endParaRPr>
          </a:p>
          <a:p>
            <a:pPr algn="ctr"/>
            <a:r>
              <a:rPr lang="en-US" dirty="0">
                <a:solidFill>
                  <a:schemeClr val="tx1"/>
                </a:solidFill>
                <a:latin typeface="IBM Plex Sans" panose="020B0503050203000203" pitchFamily="34" charset="0"/>
              </a:rPr>
              <a:t>#33B1FF</a:t>
            </a:r>
            <a:endParaRPr lang="en-US" dirty="0">
              <a:solidFill>
                <a:schemeClr val="tx1"/>
              </a:solidFill>
              <a:latin typeface="IBM Plex Sans" panose="020B0503050203000203" pitchFamily="34" charset="0"/>
            </a:endParaRPr>
          </a:p>
        </p:txBody>
      </p:sp>
      <p:sp>
        <p:nvSpPr>
          <p:cNvPr id="42" name="Rectangle 41"/>
          <p:cNvSpPr/>
          <p:nvPr userDrawn="1"/>
        </p:nvSpPr>
        <p:spPr>
          <a:xfrm>
            <a:off x="12572429" y="-2309174"/>
            <a:ext cx="1267863" cy="1267862"/>
          </a:xfrm>
          <a:prstGeom prst="rect">
            <a:avLst/>
          </a:prstGeom>
          <a:solidFill>
            <a:srgbClr val="08BDBA"/>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endParaRPr lang="en-US" dirty="0">
              <a:solidFill>
                <a:schemeClr val="tx1"/>
              </a:solidFill>
              <a:latin typeface="IBM Plex Sans" panose="020B0503050203000203" pitchFamily="34" charset="0"/>
            </a:endParaRPr>
          </a:p>
          <a:p>
            <a:pPr algn="ctr"/>
            <a:r>
              <a:rPr lang="en-US" dirty="0">
                <a:solidFill>
                  <a:schemeClr val="tx1"/>
                </a:solidFill>
                <a:latin typeface="IBM Plex Sans" panose="020B0503050203000203" pitchFamily="34" charset="0"/>
              </a:rPr>
              <a:t>#08BDBA</a:t>
            </a:r>
            <a:endParaRPr lang="en-US" dirty="0">
              <a:solidFill>
                <a:schemeClr val="tx1"/>
              </a:solidFill>
              <a:latin typeface="IBM Plex Sans" panose="020B0503050203000203" pitchFamily="34" charset="0"/>
            </a:endParaRPr>
          </a:p>
        </p:txBody>
      </p:sp>
      <p:sp>
        <p:nvSpPr>
          <p:cNvPr id="43" name="Rectangle 42"/>
          <p:cNvSpPr/>
          <p:nvPr userDrawn="1"/>
        </p:nvSpPr>
        <p:spPr>
          <a:xfrm>
            <a:off x="12572429" y="-769178"/>
            <a:ext cx="1267863" cy="1267862"/>
          </a:xfrm>
          <a:prstGeom prst="rect">
            <a:avLst/>
          </a:prstGeom>
          <a:solidFill>
            <a:srgbClr val="78A9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endParaRPr lang="en-US" dirty="0">
              <a:solidFill>
                <a:schemeClr val="tx1"/>
              </a:solidFill>
              <a:latin typeface="IBM Plex Sans" panose="020B0503050203000203" pitchFamily="34" charset="0"/>
            </a:endParaRPr>
          </a:p>
          <a:p>
            <a:pPr algn="ctr"/>
            <a:r>
              <a:rPr lang="en-US" dirty="0">
                <a:solidFill>
                  <a:schemeClr val="tx1"/>
                </a:solidFill>
                <a:latin typeface="IBM Plex Sans" panose="020B0503050203000203" pitchFamily="34" charset="0"/>
              </a:rPr>
              <a:t>#78A9FF</a:t>
            </a:r>
            <a:endParaRPr lang="en-US" dirty="0">
              <a:solidFill>
                <a:schemeClr val="tx1"/>
              </a:solidFill>
              <a:latin typeface="IBM Plex Sans" panose="020B0503050203000203" pitchFamily="34" charset="0"/>
            </a:endParaRPr>
          </a:p>
        </p:txBody>
      </p:sp>
      <p:sp>
        <p:nvSpPr>
          <p:cNvPr id="46" name="Rectangle 45"/>
          <p:cNvSpPr/>
          <p:nvPr userDrawn="1"/>
        </p:nvSpPr>
        <p:spPr>
          <a:xfrm>
            <a:off x="17993876" y="-2309174"/>
            <a:ext cx="1267863" cy="1267862"/>
          </a:xfrm>
          <a:prstGeom prst="rect">
            <a:avLst/>
          </a:prstGeom>
          <a:solidFill>
            <a:srgbClr val="525252"/>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bg2"/>
                </a:solidFill>
                <a:latin typeface="IBM Plex Sans" panose="020B0503050203000203" pitchFamily="34" charset="0"/>
              </a:rPr>
              <a:t>Labels</a:t>
            </a:r>
            <a:endParaRPr lang="en-US" dirty="0">
              <a:solidFill>
                <a:schemeClr val="bg2"/>
              </a:solidFill>
              <a:latin typeface="IBM Plex Sans" panose="020B0503050203000203" pitchFamily="34" charset="0"/>
            </a:endParaRPr>
          </a:p>
          <a:p>
            <a:pPr algn="ctr"/>
            <a:r>
              <a:rPr lang="en-US" dirty="0">
                <a:solidFill>
                  <a:schemeClr val="bg2"/>
                </a:solidFill>
                <a:latin typeface="IBM Plex Sans" panose="020B0503050203000203" pitchFamily="34" charset="0"/>
              </a:rPr>
              <a:t>#525252</a:t>
            </a:r>
            <a:endParaRPr lang="en-US" dirty="0">
              <a:solidFill>
                <a:schemeClr val="bg2"/>
              </a:solidFill>
              <a:latin typeface="IBM Plex Sans" panose="020B0503050203000203" pitchFamily="34" charset="0"/>
            </a:endParaRPr>
          </a:p>
        </p:txBody>
      </p:sp>
      <p:sp>
        <p:nvSpPr>
          <p:cNvPr id="47" name="Rectangle 46"/>
          <p:cNvSpPr/>
          <p:nvPr userDrawn="1"/>
        </p:nvSpPr>
        <p:spPr>
          <a:xfrm>
            <a:off x="17993875" y="-812143"/>
            <a:ext cx="1267863" cy="1267862"/>
          </a:xfrm>
          <a:prstGeom prst="rect">
            <a:avLst/>
          </a:prstGeom>
          <a:solidFill>
            <a:srgbClr val="262626"/>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bg2"/>
                </a:solidFill>
                <a:latin typeface="IBM Plex Sans" panose="020B0503050203000203" pitchFamily="34" charset="0"/>
              </a:rPr>
              <a:t>Text</a:t>
            </a:r>
            <a:endParaRPr lang="en-US" dirty="0">
              <a:solidFill>
                <a:schemeClr val="bg2"/>
              </a:solidFill>
              <a:latin typeface="IBM Plex Sans" panose="020B0503050203000203" pitchFamily="34" charset="0"/>
            </a:endParaRPr>
          </a:p>
          <a:p>
            <a:pPr algn="ctr"/>
            <a:r>
              <a:rPr lang="en-US" dirty="0">
                <a:solidFill>
                  <a:schemeClr val="bg2"/>
                </a:solidFill>
                <a:latin typeface="IBM Plex Sans" panose="020B0503050203000203" pitchFamily="34" charset="0"/>
              </a:rPr>
              <a:t>#262626</a:t>
            </a:r>
            <a:endParaRPr lang="en-US" dirty="0">
              <a:solidFill>
                <a:schemeClr val="bg2"/>
              </a:solidFill>
              <a:latin typeface="IBM Plex Sans" panose="020B0503050203000203" pitchFamily="34" charset="0"/>
            </a:endParaRPr>
          </a:p>
        </p:txBody>
      </p:sp>
      <p:grpSp>
        <p:nvGrpSpPr>
          <p:cNvPr id="64" name="Group 63"/>
          <p:cNvGrpSpPr/>
          <p:nvPr userDrawn="1"/>
        </p:nvGrpSpPr>
        <p:grpSpPr>
          <a:xfrm>
            <a:off x="11094856" y="6244940"/>
            <a:ext cx="1098532" cy="613059"/>
            <a:chOff x="8965342" y="4231217"/>
            <a:chExt cx="1608171" cy="897474"/>
          </a:xfrm>
        </p:grpSpPr>
        <p:pic>
          <p:nvPicPr>
            <p:cNvPr id="60" name="Graphic 59"/>
            <p:cNvPicPr>
              <a:picLocks noChangeAspect="1"/>
            </p:cNvPicPr>
            <p:nvPr userDrawn="1"/>
          </p:nvPicPr>
          <p:blipFill>
            <a:blip r:embed="rId9">
              <a:extLst>
                <a:ext uri="{96DAC541-7B7A-43D3-8B79-37D633B846F1}">
                  <asvg:svgBlip xmlns:asvg="http://schemas.microsoft.com/office/drawing/2016/SVG/main" r:embed="rId10"/>
                </a:ext>
              </a:extLst>
            </a:blip>
            <a:stretch>
              <a:fillRect/>
            </a:stretch>
          </p:blipFill>
          <p:spPr>
            <a:xfrm>
              <a:off x="9321121" y="4418033"/>
              <a:ext cx="897474" cy="355817"/>
            </a:xfrm>
            <a:prstGeom prst="rect">
              <a:avLst/>
            </a:prstGeom>
          </p:spPr>
        </p:pic>
        <p:pic>
          <p:nvPicPr>
            <p:cNvPr id="61" name="Graphic 60" hidden="1"/>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a:off x="9321121" y="4772874"/>
              <a:ext cx="897474" cy="355817"/>
            </a:xfrm>
            <a:prstGeom prst="rect">
              <a:avLst/>
            </a:prstGeom>
          </p:spPr>
        </p:pic>
        <p:pic>
          <p:nvPicPr>
            <p:cNvPr id="62" name="Graphic 61" hidden="1"/>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rot="16200000">
              <a:off x="9946868" y="4502045"/>
              <a:ext cx="897474" cy="355817"/>
            </a:xfrm>
            <a:prstGeom prst="rect">
              <a:avLst/>
            </a:prstGeom>
          </p:spPr>
        </p:pic>
        <p:pic>
          <p:nvPicPr>
            <p:cNvPr id="63" name="Graphic 62" hidden="1"/>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rot="16200000">
              <a:off x="8694514" y="4502045"/>
              <a:ext cx="897474" cy="355817"/>
            </a:xfrm>
            <a:prstGeom prst="rect">
              <a:avLst/>
            </a:prstGeom>
          </p:spPr>
        </p:pic>
      </p:grpSp>
      <p:pic>
        <p:nvPicPr>
          <p:cNvPr id="66" name="Graphic 65"/>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a:off x="241053" y="6372101"/>
            <a:ext cx="1630680" cy="247650"/>
          </a:xfrm>
          <a:prstGeom prst="rect">
            <a:avLst/>
          </a:prstGeom>
        </p:spPr>
      </p:pic>
      <p:sp>
        <p:nvSpPr>
          <p:cNvPr id="67" name="Rectangle 66" hidden="1"/>
          <p:cNvSpPr/>
          <p:nvPr userDrawn="1"/>
        </p:nvSpPr>
        <p:spPr>
          <a:xfrm>
            <a:off x="-76201" y="6356350"/>
            <a:ext cx="12353925" cy="276797"/>
          </a:xfrm>
          <a:prstGeom prst="rect">
            <a:avLst/>
          </a:prstGeom>
          <a:noFill/>
          <a:ln w="28575">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5"/>
    </p:custDataLst>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 id="2147483682" r:id="rId6"/>
  </p:sldLayoutIdLst>
  <p:txStyles>
    <p:titleStyle>
      <a:lvl1pPr algn="l" defTabSz="914400" rtl="0" eaLnBrk="1" latinLnBrk="0" hangingPunct="1">
        <a:lnSpc>
          <a:spcPct val="90000"/>
        </a:lnSpc>
        <a:spcBef>
          <a:spcPct val="0"/>
        </a:spcBef>
        <a:buNone/>
        <a:defRPr sz="4000" b="1" i="0" kern="1200">
          <a:solidFill>
            <a:srgbClr val="525252"/>
          </a:solidFill>
          <a:latin typeface="IBM Plex Sans SemiBold" panose="020B0503050203000203" pitchFamily="34" charset="0"/>
          <a:ea typeface="IBM Plex Sans SemiBold" panose="020B0503050203000203" pitchFamily="34" charset="0"/>
          <a:cs typeface="IBM Plex Sans SemiBold" panose="020B0503050203000203" pitchFamily="34" charset="0"/>
        </a:defRPr>
      </a:lvl1pPr>
    </p:titleStyle>
    <p:bodyStyle>
      <a:lvl1pPr marL="228600" indent="-228600" algn="l" defTabSz="914400" rtl="0" eaLnBrk="1" latinLnBrk="0" hangingPunct="1">
        <a:lnSpc>
          <a:spcPct val="90000"/>
        </a:lnSpc>
        <a:spcBef>
          <a:spcPts val="1000"/>
        </a:spcBef>
        <a:buFont typeface="Arial" panose="020B0604020202020204"/>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a:buChar char="•"/>
        <a:defRPr sz="1800" kern="1200">
          <a:solidFill>
            <a:srgbClr val="262626"/>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a:buChar char="•"/>
        <a:defRPr sz="1800" kern="1200">
          <a:solidFill>
            <a:srgbClr val="262626"/>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47850"/>
            <a:ext cx="10515600" cy="4351338"/>
          </a:xfrm>
          <a:prstGeom prst="rect">
            <a:avLst/>
          </a:prstGeom>
        </p:spPr>
        <p:txBody>
          <a:bodyPr vert="horz" lIns="91440" tIns="45720" rIns="91440" bIns="45720" rtlCol="0">
            <a:normAutofit/>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p:txBody>
      </p:sp>
      <p:pic>
        <p:nvPicPr>
          <p:cNvPr id="12" name="Picture 11" descr="Text, logo&#10;&#10;Description automatically generated"/>
          <p:cNvPicPr>
            <a:picLocks noChangeAspect="1"/>
          </p:cNvPicPr>
          <p:nvPr userDrawn="1"/>
        </p:nvPicPr>
        <p:blipFill rotWithShape="1">
          <a:blip r:embed="rId7">
            <a:alphaModFix amt="5000"/>
            <a:extLst>
              <a:ext uri="{BEBA8EAE-BF5A-486C-A8C5-ECC9F3942E4B}">
                <a14:imgProps xmlns:a14="http://schemas.microsoft.com/office/drawing/2010/main">
                  <a14:imgLayer r:embed="rId8">
                    <a14:imgEffect>
                      <a14:brightnessContrast contrast="-77000"/>
                    </a14:imgEffect>
                    <a14:imgEffect>
                      <a14:saturation sat="155000"/>
                    </a14:imgEffect>
                  </a14:imgLayer>
                </a14:imgProps>
              </a:ext>
            </a:extLst>
          </a:blip>
          <a:srcRect l="-1923" r="70315"/>
          <a:stretch>
            <a:fillRect/>
          </a:stretch>
        </p:blipFill>
        <p:spPr>
          <a:xfrm>
            <a:off x="3345127" y="1418811"/>
            <a:ext cx="5501746" cy="4826130"/>
          </a:xfrm>
          <a:prstGeom prst="rect">
            <a:avLst/>
          </a:prstGeom>
        </p:spPr>
      </p:pic>
      <p:sp>
        <p:nvSpPr>
          <p:cNvPr id="4" name="Rectangle 3"/>
          <p:cNvSpPr/>
          <p:nvPr userDrawn="1"/>
        </p:nvSpPr>
        <p:spPr>
          <a:xfrm>
            <a:off x="12625444" y="2728308"/>
            <a:ext cx="1235879" cy="1235878"/>
          </a:xfrm>
          <a:prstGeom prst="rect">
            <a:avLst/>
          </a:prstGeom>
          <a:solidFill>
            <a:srgbClr val="BE95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#BE95FF</a:t>
            </a:r>
            <a:endParaRPr lang="en-US" dirty="0">
              <a:solidFill>
                <a:srgbClr val="262626"/>
              </a:solidFill>
              <a:latin typeface="IBM Plex Sans" panose="020B0503050203000203" pitchFamily="34" charset="0"/>
            </a:endParaRPr>
          </a:p>
        </p:txBody>
      </p:sp>
      <p:sp>
        <p:nvSpPr>
          <p:cNvPr id="5" name="Rectangle 4"/>
          <p:cNvSpPr/>
          <p:nvPr userDrawn="1"/>
        </p:nvSpPr>
        <p:spPr>
          <a:xfrm>
            <a:off x="18071881" y="2728308"/>
            <a:ext cx="1235879" cy="1235878"/>
          </a:xfrm>
          <a:prstGeom prst="rect">
            <a:avLst/>
          </a:prstGeom>
          <a:solidFill>
            <a:srgbClr val="33B1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#33B1FF</a:t>
            </a:r>
            <a:endParaRPr lang="en-US" dirty="0">
              <a:solidFill>
                <a:srgbClr val="262626"/>
              </a:solidFill>
              <a:latin typeface="IBM Plex Sans" panose="020B0503050203000203" pitchFamily="34" charset="0"/>
            </a:endParaRPr>
          </a:p>
        </p:txBody>
      </p:sp>
      <p:sp>
        <p:nvSpPr>
          <p:cNvPr id="6" name="Rectangle 5"/>
          <p:cNvSpPr/>
          <p:nvPr userDrawn="1"/>
        </p:nvSpPr>
        <p:spPr>
          <a:xfrm>
            <a:off x="14440923" y="2728308"/>
            <a:ext cx="1235879" cy="1235878"/>
          </a:xfrm>
          <a:prstGeom prst="rect">
            <a:avLst/>
          </a:prstGeom>
          <a:solidFill>
            <a:srgbClr val="FF7EB6"/>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#FF7EB6</a:t>
            </a:r>
            <a:endParaRPr lang="en-US" dirty="0">
              <a:solidFill>
                <a:srgbClr val="262626"/>
              </a:solidFill>
              <a:latin typeface="IBM Plex Sans" panose="020B0503050203000203" pitchFamily="34" charset="0"/>
            </a:endParaRPr>
          </a:p>
        </p:txBody>
      </p:sp>
      <p:sp>
        <p:nvSpPr>
          <p:cNvPr id="9" name="Rectangle 8"/>
          <p:cNvSpPr/>
          <p:nvPr userDrawn="1"/>
        </p:nvSpPr>
        <p:spPr>
          <a:xfrm>
            <a:off x="16256402" y="2728308"/>
            <a:ext cx="1235879" cy="1235878"/>
          </a:xfrm>
          <a:prstGeom prst="rect">
            <a:avLst/>
          </a:prstGeom>
          <a:solidFill>
            <a:srgbClr val="08BDBA"/>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#08BDBA</a:t>
            </a:r>
            <a:endParaRPr lang="en-US" dirty="0">
              <a:solidFill>
                <a:srgbClr val="262626"/>
              </a:solidFill>
              <a:latin typeface="IBM Plex Sans" panose="020B0503050203000203" pitchFamily="34" charset="0"/>
            </a:endParaRPr>
          </a:p>
        </p:txBody>
      </p:sp>
      <p:sp>
        <p:nvSpPr>
          <p:cNvPr id="10" name="TextBox 9"/>
          <p:cNvSpPr txBox="1"/>
          <p:nvPr userDrawn="1"/>
        </p:nvSpPr>
        <p:spPr>
          <a:xfrm>
            <a:off x="12602453" y="3912427"/>
            <a:ext cx="1237839" cy="369332"/>
          </a:xfrm>
          <a:prstGeom prst="rect">
            <a:avLst/>
          </a:prstGeom>
          <a:noFill/>
        </p:spPr>
        <p:txBody>
          <a:bodyPr wrap="none" rtlCol="0">
            <a:spAutoFit/>
          </a:bodyPr>
          <a:lstStyle/>
          <a:p>
            <a:r>
              <a:rPr lang="en-US" b="1" i="0" dirty="0">
                <a:solidFill>
                  <a:srgbClr val="FFFFFF"/>
                </a:solidFill>
                <a:effectLst/>
              </a:rPr>
              <a:t>Purple 40</a:t>
            </a:r>
            <a:endParaRPr lang="en-US" b="1" dirty="0">
              <a:solidFill>
                <a:srgbClr val="FFFFFF"/>
              </a:solidFill>
            </a:endParaRPr>
          </a:p>
        </p:txBody>
      </p:sp>
      <p:sp>
        <p:nvSpPr>
          <p:cNvPr id="13" name="TextBox 12"/>
          <p:cNvSpPr txBox="1"/>
          <p:nvPr userDrawn="1"/>
        </p:nvSpPr>
        <p:spPr>
          <a:xfrm>
            <a:off x="14334144" y="3912427"/>
            <a:ext cx="1449436" cy="369332"/>
          </a:xfrm>
          <a:prstGeom prst="rect">
            <a:avLst/>
          </a:prstGeom>
          <a:noFill/>
        </p:spPr>
        <p:txBody>
          <a:bodyPr wrap="none" rtlCol="0">
            <a:spAutoFit/>
          </a:bodyPr>
          <a:lstStyle/>
          <a:p>
            <a:r>
              <a:rPr lang="en-US" b="1" dirty="0">
                <a:solidFill>
                  <a:srgbClr val="FFFFFF"/>
                </a:solidFill>
              </a:rPr>
              <a:t>Magenta</a:t>
            </a:r>
            <a:r>
              <a:rPr lang="en-US" b="1" i="0" dirty="0">
                <a:solidFill>
                  <a:srgbClr val="FFFFFF"/>
                </a:solidFill>
                <a:effectLst/>
              </a:rPr>
              <a:t> 40</a:t>
            </a:r>
            <a:endParaRPr lang="en-US" b="1" dirty="0">
              <a:solidFill>
                <a:srgbClr val="FFFFFF"/>
              </a:solidFill>
            </a:endParaRPr>
          </a:p>
        </p:txBody>
      </p:sp>
      <p:sp>
        <p:nvSpPr>
          <p:cNvPr id="14" name="TextBox 13"/>
          <p:cNvSpPr txBox="1"/>
          <p:nvPr userDrawn="1"/>
        </p:nvSpPr>
        <p:spPr>
          <a:xfrm>
            <a:off x="16404771" y="3912427"/>
            <a:ext cx="966355" cy="369332"/>
          </a:xfrm>
          <a:prstGeom prst="rect">
            <a:avLst/>
          </a:prstGeom>
          <a:noFill/>
        </p:spPr>
        <p:txBody>
          <a:bodyPr wrap="none" rtlCol="0">
            <a:spAutoFit/>
          </a:bodyPr>
          <a:lstStyle/>
          <a:p>
            <a:r>
              <a:rPr lang="en-US" b="1" dirty="0">
                <a:solidFill>
                  <a:srgbClr val="FFFFFF"/>
                </a:solidFill>
              </a:rPr>
              <a:t>Teal</a:t>
            </a:r>
            <a:r>
              <a:rPr lang="en-US" b="1" i="0" dirty="0">
                <a:solidFill>
                  <a:srgbClr val="FFFFFF"/>
                </a:solidFill>
                <a:effectLst/>
              </a:rPr>
              <a:t> 40</a:t>
            </a:r>
            <a:endParaRPr lang="en-US" b="1" dirty="0">
              <a:solidFill>
                <a:srgbClr val="FFFFFF"/>
              </a:solidFill>
            </a:endParaRPr>
          </a:p>
        </p:txBody>
      </p:sp>
      <p:sp>
        <p:nvSpPr>
          <p:cNvPr id="15" name="TextBox 14"/>
          <p:cNvSpPr txBox="1"/>
          <p:nvPr userDrawn="1"/>
        </p:nvSpPr>
        <p:spPr>
          <a:xfrm>
            <a:off x="18206642" y="3912427"/>
            <a:ext cx="1055097" cy="369332"/>
          </a:xfrm>
          <a:prstGeom prst="rect">
            <a:avLst/>
          </a:prstGeom>
          <a:noFill/>
        </p:spPr>
        <p:txBody>
          <a:bodyPr wrap="none" rtlCol="0">
            <a:spAutoFit/>
          </a:bodyPr>
          <a:lstStyle/>
          <a:p>
            <a:r>
              <a:rPr lang="en-US" b="1" dirty="0">
                <a:solidFill>
                  <a:srgbClr val="FFFFFF"/>
                </a:solidFill>
              </a:rPr>
              <a:t>Cyan</a:t>
            </a:r>
            <a:r>
              <a:rPr lang="en-US" b="1" i="0" dirty="0">
                <a:solidFill>
                  <a:srgbClr val="FFFFFF"/>
                </a:solidFill>
                <a:effectLst/>
              </a:rPr>
              <a:t> 40</a:t>
            </a:r>
            <a:endParaRPr lang="en-US" b="1" dirty="0">
              <a:solidFill>
                <a:srgbClr val="FFFFFF"/>
              </a:solidFill>
            </a:endParaRPr>
          </a:p>
        </p:txBody>
      </p:sp>
      <p:sp>
        <p:nvSpPr>
          <p:cNvPr id="16" name="Rectangle 15"/>
          <p:cNvSpPr/>
          <p:nvPr userDrawn="1"/>
        </p:nvSpPr>
        <p:spPr>
          <a:xfrm>
            <a:off x="12625444" y="4418033"/>
            <a:ext cx="1235879" cy="1235878"/>
          </a:xfrm>
          <a:prstGeom prst="rect">
            <a:avLst/>
          </a:prstGeom>
          <a:solidFill>
            <a:srgbClr val="8A3FFC"/>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latin typeface="IBM Plex Sans" panose="020B0503050203000203" pitchFamily="34" charset="0"/>
              </a:rPr>
              <a:t>#8A3FFC</a:t>
            </a:r>
            <a:endParaRPr lang="en-US" dirty="0">
              <a:solidFill>
                <a:schemeClr val="bg2"/>
              </a:solidFill>
              <a:latin typeface="IBM Plex Sans" panose="020B0503050203000203" pitchFamily="34" charset="0"/>
            </a:endParaRPr>
          </a:p>
        </p:txBody>
      </p:sp>
      <p:sp>
        <p:nvSpPr>
          <p:cNvPr id="17" name="Rectangle 16"/>
          <p:cNvSpPr/>
          <p:nvPr userDrawn="1"/>
        </p:nvSpPr>
        <p:spPr>
          <a:xfrm>
            <a:off x="18071881" y="4418033"/>
            <a:ext cx="1235879" cy="1235878"/>
          </a:xfrm>
          <a:prstGeom prst="rect">
            <a:avLst/>
          </a:prstGeom>
          <a:solidFill>
            <a:srgbClr val="0072C3"/>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latin typeface="IBM Plex Sans" panose="020B0503050203000203" pitchFamily="34" charset="0"/>
              </a:rPr>
              <a:t>#0072C3</a:t>
            </a:r>
            <a:endParaRPr lang="en-US" dirty="0">
              <a:solidFill>
                <a:schemeClr val="bg2"/>
              </a:solidFill>
              <a:latin typeface="IBM Plex Sans" panose="020B0503050203000203" pitchFamily="34" charset="0"/>
            </a:endParaRPr>
          </a:p>
        </p:txBody>
      </p:sp>
      <p:sp>
        <p:nvSpPr>
          <p:cNvPr id="18" name="Rectangle 17"/>
          <p:cNvSpPr/>
          <p:nvPr userDrawn="1"/>
        </p:nvSpPr>
        <p:spPr>
          <a:xfrm>
            <a:off x="14440923" y="4418033"/>
            <a:ext cx="1235879" cy="1235878"/>
          </a:xfrm>
          <a:prstGeom prst="rect">
            <a:avLst/>
          </a:prstGeom>
          <a:solidFill>
            <a:srgbClr val="D02670"/>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latin typeface="IBM Plex Sans" panose="020B0503050203000203" pitchFamily="34" charset="0"/>
              </a:rPr>
              <a:t>#D02670</a:t>
            </a:r>
            <a:endParaRPr lang="en-US" dirty="0">
              <a:solidFill>
                <a:schemeClr val="bg2"/>
              </a:solidFill>
              <a:latin typeface="IBM Plex Sans" panose="020B0503050203000203" pitchFamily="34" charset="0"/>
            </a:endParaRPr>
          </a:p>
        </p:txBody>
      </p:sp>
      <p:sp>
        <p:nvSpPr>
          <p:cNvPr id="19" name="Rectangle 18"/>
          <p:cNvSpPr/>
          <p:nvPr userDrawn="1"/>
        </p:nvSpPr>
        <p:spPr>
          <a:xfrm>
            <a:off x="16256402" y="4418033"/>
            <a:ext cx="1235879" cy="1235878"/>
          </a:xfrm>
          <a:prstGeom prst="rect">
            <a:avLst/>
          </a:prstGeom>
          <a:solidFill>
            <a:srgbClr val="007D79"/>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latin typeface="IBM Plex Sans" panose="020B0503050203000203" pitchFamily="34" charset="0"/>
              </a:rPr>
              <a:t>#007D79</a:t>
            </a:r>
            <a:endParaRPr lang="en-US" dirty="0">
              <a:solidFill>
                <a:schemeClr val="bg2"/>
              </a:solidFill>
              <a:latin typeface="IBM Plex Sans" panose="020B0503050203000203" pitchFamily="34" charset="0"/>
            </a:endParaRPr>
          </a:p>
        </p:txBody>
      </p:sp>
      <p:sp>
        <p:nvSpPr>
          <p:cNvPr id="20" name="TextBox 19"/>
          <p:cNvSpPr txBox="1"/>
          <p:nvPr userDrawn="1"/>
        </p:nvSpPr>
        <p:spPr>
          <a:xfrm>
            <a:off x="12602453" y="5602152"/>
            <a:ext cx="1237839" cy="369332"/>
          </a:xfrm>
          <a:prstGeom prst="rect">
            <a:avLst/>
          </a:prstGeom>
          <a:noFill/>
        </p:spPr>
        <p:txBody>
          <a:bodyPr wrap="none" rtlCol="0">
            <a:spAutoFit/>
          </a:bodyPr>
          <a:lstStyle/>
          <a:p>
            <a:r>
              <a:rPr lang="en-US" b="1" i="0" dirty="0">
                <a:solidFill>
                  <a:srgbClr val="FFFFFF"/>
                </a:solidFill>
                <a:effectLst/>
              </a:rPr>
              <a:t>Purple 60</a:t>
            </a:r>
            <a:endParaRPr lang="en-US" b="1" dirty="0">
              <a:solidFill>
                <a:srgbClr val="FFFFFF"/>
              </a:solidFill>
            </a:endParaRPr>
          </a:p>
        </p:txBody>
      </p:sp>
      <p:sp>
        <p:nvSpPr>
          <p:cNvPr id="21" name="TextBox 20"/>
          <p:cNvSpPr txBox="1"/>
          <p:nvPr userDrawn="1"/>
        </p:nvSpPr>
        <p:spPr>
          <a:xfrm>
            <a:off x="14334144" y="5602152"/>
            <a:ext cx="1448025" cy="369332"/>
          </a:xfrm>
          <a:prstGeom prst="rect">
            <a:avLst/>
          </a:prstGeom>
          <a:noFill/>
        </p:spPr>
        <p:txBody>
          <a:bodyPr wrap="none" rtlCol="0">
            <a:spAutoFit/>
          </a:bodyPr>
          <a:lstStyle/>
          <a:p>
            <a:r>
              <a:rPr lang="en-US" b="1" dirty="0">
                <a:solidFill>
                  <a:srgbClr val="FFFFFF"/>
                </a:solidFill>
              </a:rPr>
              <a:t>Magenta</a:t>
            </a:r>
            <a:r>
              <a:rPr lang="en-US" b="1" i="0" dirty="0">
                <a:solidFill>
                  <a:srgbClr val="FFFFFF"/>
                </a:solidFill>
                <a:effectLst/>
              </a:rPr>
              <a:t> 60</a:t>
            </a:r>
            <a:endParaRPr lang="en-US" b="1" dirty="0">
              <a:solidFill>
                <a:srgbClr val="FFFFFF"/>
              </a:solidFill>
            </a:endParaRPr>
          </a:p>
        </p:txBody>
      </p:sp>
      <p:sp>
        <p:nvSpPr>
          <p:cNvPr id="22" name="TextBox 21"/>
          <p:cNvSpPr txBox="1"/>
          <p:nvPr userDrawn="1"/>
        </p:nvSpPr>
        <p:spPr>
          <a:xfrm>
            <a:off x="16404771" y="5602152"/>
            <a:ext cx="966931" cy="369332"/>
          </a:xfrm>
          <a:prstGeom prst="rect">
            <a:avLst/>
          </a:prstGeom>
          <a:noFill/>
        </p:spPr>
        <p:txBody>
          <a:bodyPr wrap="none" rtlCol="0">
            <a:spAutoFit/>
          </a:bodyPr>
          <a:lstStyle/>
          <a:p>
            <a:r>
              <a:rPr lang="en-US" b="1" dirty="0">
                <a:solidFill>
                  <a:srgbClr val="FFFFFF"/>
                </a:solidFill>
              </a:rPr>
              <a:t>Teal</a:t>
            </a:r>
            <a:r>
              <a:rPr lang="en-US" b="1" i="0" dirty="0">
                <a:solidFill>
                  <a:srgbClr val="FFFFFF"/>
                </a:solidFill>
                <a:effectLst/>
              </a:rPr>
              <a:t> 60</a:t>
            </a:r>
            <a:endParaRPr lang="en-US" b="1" dirty="0">
              <a:solidFill>
                <a:srgbClr val="FFFFFF"/>
              </a:solidFill>
            </a:endParaRPr>
          </a:p>
        </p:txBody>
      </p:sp>
      <p:sp>
        <p:nvSpPr>
          <p:cNvPr id="23" name="TextBox 22"/>
          <p:cNvSpPr txBox="1"/>
          <p:nvPr userDrawn="1"/>
        </p:nvSpPr>
        <p:spPr>
          <a:xfrm>
            <a:off x="18206642" y="5602152"/>
            <a:ext cx="1055097" cy="369332"/>
          </a:xfrm>
          <a:prstGeom prst="rect">
            <a:avLst/>
          </a:prstGeom>
          <a:noFill/>
        </p:spPr>
        <p:txBody>
          <a:bodyPr wrap="none" rtlCol="0">
            <a:spAutoFit/>
          </a:bodyPr>
          <a:lstStyle/>
          <a:p>
            <a:r>
              <a:rPr lang="en-US" b="1" dirty="0">
                <a:solidFill>
                  <a:srgbClr val="FFFFFF"/>
                </a:solidFill>
              </a:rPr>
              <a:t>Cyan</a:t>
            </a:r>
            <a:r>
              <a:rPr lang="en-US" b="1" i="0" dirty="0">
                <a:solidFill>
                  <a:srgbClr val="FFFFFF"/>
                </a:solidFill>
                <a:effectLst/>
              </a:rPr>
              <a:t> 60</a:t>
            </a:r>
            <a:endParaRPr lang="en-US" b="1" dirty="0">
              <a:solidFill>
                <a:srgbClr val="FFFFFF"/>
              </a:solidFill>
            </a:endParaRPr>
          </a:p>
        </p:txBody>
      </p:sp>
      <p:sp>
        <p:nvSpPr>
          <p:cNvPr id="24" name="Rectangle 23"/>
          <p:cNvSpPr/>
          <p:nvPr userDrawn="1"/>
        </p:nvSpPr>
        <p:spPr>
          <a:xfrm>
            <a:off x="19512379" y="2712316"/>
            <a:ext cx="1267863" cy="1267862"/>
          </a:xfrm>
          <a:prstGeom prst="rect">
            <a:avLst/>
          </a:prstGeom>
          <a:solidFill>
            <a:srgbClr val="121619"/>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bg2"/>
                </a:solidFill>
                <a:latin typeface="IBM Plex Sans" panose="020B0503050203000203" pitchFamily="34" charset="0"/>
              </a:rPr>
              <a:t>Icon</a:t>
            </a:r>
            <a:endParaRPr lang="en-US" dirty="0">
              <a:solidFill>
                <a:schemeClr val="bg2"/>
              </a:solidFill>
              <a:latin typeface="IBM Plex Sans" panose="020B0503050203000203" pitchFamily="34" charset="0"/>
            </a:endParaRPr>
          </a:p>
          <a:p>
            <a:pPr algn="ctr"/>
            <a:r>
              <a:rPr lang="en-US" dirty="0">
                <a:solidFill>
                  <a:schemeClr val="bg2"/>
                </a:solidFill>
                <a:latin typeface="IBM Plex Sans" panose="020B0503050203000203" pitchFamily="34" charset="0"/>
              </a:rPr>
              <a:t>#</a:t>
            </a:r>
            <a:r>
              <a:rPr lang="en-US" b="0" i="0" dirty="0">
                <a:solidFill>
                  <a:srgbClr val="FFFFFF"/>
                </a:solidFill>
                <a:effectLst/>
                <a:latin typeface="IBM Plex Mono" panose="020B0509050203000203" pitchFamily="49" charset="0"/>
              </a:rPr>
              <a:t>000000</a:t>
            </a:r>
            <a:endParaRPr lang="en-US" dirty="0">
              <a:solidFill>
                <a:schemeClr val="bg2"/>
              </a:solidFill>
              <a:latin typeface="IBM Plex Sans" panose="020B0503050203000203" pitchFamily="34" charset="0"/>
            </a:endParaRPr>
          </a:p>
        </p:txBody>
      </p:sp>
      <p:sp>
        <p:nvSpPr>
          <p:cNvPr id="25" name="Rectangle 24"/>
          <p:cNvSpPr/>
          <p:nvPr userDrawn="1"/>
        </p:nvSpPr>
        <p:spPr>
          <a:xfrm>
            <a:off x="19510690" y="4403963"/>
            <a:ext cx="1264019" cy="1264018"/>
          </a:xfrm>
          <a:prstGeom prst="rect">
            <a:avLst/>
          </a:prstGeom>
          <a:solidFill>
            <a:srgbClr val="FFFF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rgbClr val="262626"/>
                </a:solidFill>
                <a:latin typeface="IBM Plex Sans" panose="020B0503050203000203" pitchFamily="34" charset="0"/>
              </a:rPr>
              <a:t>Icon</a:t>
            </a:r>
            <a:endParaRPr lang="en-US" dirty="0">
              <a:solidFill>
                <a:srgbClr val="262626"/>
              </a:solidFill>
              <a:latin typeface="IBM Plex Sans" panose="020B0503050203000203" pitchFamily="34" charset="0"/>
            </a:endParaRPr>
          </a:p>
          <a:p>
            <a:pPr algn="ctr"/>
            <a:r>
              <a:rPr lang="en-US" dirty="0">
                <a:solidFill>
                  <a:srgbClr val="262626"/>
                </a:solidFill>
                <a:latin typeface="IBM Plex Sans" panose="020B0503050203000203" pitchFamily="34" charset="0"/>
              </a:rPr>
              <a:t>#</a:t>
            </a:r>
            <a:r>
              <a:rPr lang="en-US" b="0" i="0" dirty="0">
                <a:solidFill>
                  <a:srgbClr val="262626"/>
                </a:solidFill>
                <a:effectLst/>
                <a:latin typeface="IBM Plex Mono" panose="020B0509050203000203" pitchFamily="49" charset="0"/>
              </a:rPr>
              <a:t>FFFFFF</a:t>
            </a:r>
            <a:endParaRPr lang="en-US" dirty="0">
              <a:solidFill>
                <a:srgbClr val="262626"/>
              </a:solidFill>
              <a:latin typeface="IBM Plex Sans" panose="020B0503050203000203" pitchFamily="34" charset="0"/>
            </a:endParaRPr>
          </a:p>
        </p:txBody>
      </p:sp>
      <p:sp>
        <p:nvSpPr>
          <p:cNvPr id="26" name="Rectangle 25"/>
          <p:cNvSpPr/>
          <p:nvPr userDrawn="1"/>
        </p:nvSpPr>
        <p:spPr>
          <a:xfrm>
            <a:off x="12625444" y="1072749"/>
            <a:ext cx="1235879" cy="1235878"/>
          </a:xfrm>
          <a:prstGeom prst="rect">
            <a:avLst/>
          </a:prstGeom>
          <a:solidFill>
            <a:srgbClr val="F6F2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#F6F2FF</a:t>
            </a:r>
            <a:endParaRPr lang="en-US" dirty="0">
              <a:solidFill>
                <a:srgbClr val="262626"/>
              </a:solidFill>
              <a:latin typeface="IBM Plex Sans" panose="020B0503050203000203" pitchFamily="34" charset="0"/>
            </a:endParaRPr>
          </a:p>
        </p:txBody>
      </p:sp>
      <p:sp>
        <p:nvSpPr>
          <p:cNvPr id="27" name="Rectangle 26"/>
          <p:cNvSpPr/>
          <p:nvPr userDrawn="1"/>
        </p:nvSpPr>
        <p:spPr>
          <a:xfrm>
            <a:off x="18071881" y="1072749"/>
            <a:ext cx="1235879" cy="1235878"/>
          </a:xfrm>
          <a:prstGeom prst="rect">
            <a:avLst/>
          </a:prstGeom>
          <a:solidFill>
            <a:srgbClr val="E5F6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#E5F6FF</a:t>
            </a:r>
            <a:endParaRPr lang="en-US" dirty="0">
              <a:solidFill>
                <a:srgbClr val="262626"/>
              </a:solidFill>
              <a:latin typeface="IBM Plex Sans" panose="020B0503050203000203" pitchFamily="34" charset="0"/>
            </a:endParaRPr>
          </a:p>
        </p:txBody>
      </p:sp>
      <p:sp>
        <p:nvSpPr>
          <p:cNvPr id="28" name="Rectangle 27"/>
          <p:cNvSpPr/>
          <p:nvPr userDrawn="1"/>
        </p:nvSpPr>
        <p:spPr>
          <a:xfrm>
            <a:off x="14440923" y="1072749"/>
            <a:ext cx="1235879" cy="1235878"/>
          </a:xfrm>
          <a:prstGeom prst="rect">
            <a:avLst/>
          </a:prstGeom>
          <a:solidFill>
            <a:srgbClr val="FFF0F7"/>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#FFF0F7</a:t>
            </a:r>
            <a:endParaRPr lang="en-US" dirty="0">
              <a:solidFill>
                <a:srgbClr val="262626"/>
              </a:solidFill>
              <a:latin typeface="IBM Plex Sans" panose="020B0503050203000203" pitchFamily="34" charset="0"/>
            </a:endParaRPr>
          </a:p>
        </p:txBody>
      </p:sp>
      <p:sp>
        <p:nvSpPr>
          <p:cNvPr id="29" name="Rectangle 28"/>
          <p:cNvSpPr/>
          <p:nvPr userDrawn="1"/>
        </p:nvSpPr>
        <p:spPr>
          <a:xfrm>
            <a:off x="16256402" y="1072749"/>
            <a:ext cx="1235879" cy="1235878"/>
          </a:xfrm>
          <a:prstGeom prst="rect">
            <a:avLst/>
          </a:prstGeom>
          <a:solidFill>
            <a:srgbClr val="D9FBFB"/>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#D9FBFB</a:t>
            </a:r>
            <a:endParaRPr lang="en-US" dirty="0">
              <a:solidFill>
                <a:srgbClr val="262626"/>
              </a:solidFill>
              <a:latin typeface="IBM Plex Sans" panose="020B0503050203000203" pitchFamily="34" charset="0"/>
            </a:endParaRPr>
          </a:p>
        </p:txBody>
      </p:sp>
      <p:sp>
        <p:nvSpPr>
          <p:cNvPr id="30" name="TextBox 29"/>
          <p:cNvSpPr txBox="1"/>
          <p:nvPr userDrawn="1"/>
        </p:nvSpPr>
        <p:spPr>
          <a:xfrm>
            <a:off x="12602453" y="2256868"/>
            <a:ext cx="1237839" cy="369332"/>
          </a:xfrm>
          <a:prstGeom prst="rect">
            <a:avLst/>
          </a:prstGeom>
          <a:noFill/>
        </p:spPr>
        <p:txBody>
          <a:bodyPr wrap="none" rtlCol="0">
            <a:spAutoFit/>
          </a:bodyPr>
          <a:lstStyle/>
          <a:p>
            <a:r>
              <a:rPr lang="en-US" b="1" i="0" dirty="0">
                <a:solidFill>
                  <a:srgbClr val="FFFFFF"/>
                </a:solidFill>
                <a:effectLst/>
              </a:rPr>
              <a:t>Purple 10</a:t>
            </a:r>
            <a:endParaRPr lang="en-US" b="1" dirty="0">
              <a:solidFill>
                <a:srgbClr val="FFFFFF"/>
              </a:solidFill>
            </a:endParaRPr>
          </a:p>
        </p:txBody>
      </p:sp>
      <p:sp>
        <p:nvSpPr>
          <p:cNvPr id="31" name="TextBox 30"/>
          <p:cNvSpPr txBox="1"/>
          <p:nvPr userDrawn="1"/>
        </p:nvSpPr>
        <p:spPr>
          <a:xfrm>
            <a:off x="14334144" y="2256868"/>
            <a:ext cx="1449436" cy="369332"/>
          </a:xfrm>
          <a:prstGeom prst="rect">
            <a:avLst/>
          </a:prstGeom>
          <a:noFill/>
        </p:spPr>
        <p:txBody>
          <a:bodyPr wrap="none" rtlCol="0">
            <a:spAutoFit/>
          </a:bodyPr>
          <a:lstStyle/>
          <a:p>
            <a:r>
              <a:rPr lang="en-US" b="1" dirty="0">
                <a:solidFill>
                  <a:srgbClr val="FFFFFF"/>
                </a:solidFill>
              </a:rPr>
              <a:t>Magenta</a:t>
            </a:r>
            <a:r>
              <a:rPr lang="en-US" b="1" i="0" dirty="0">
                <a:solidFill>
                  <a:srgbClr val="FFFFFF"/>
                </a:solidFill>
                <a:effectLst/>
              </a:rPr>
              <a:t> 10</a:t>
            </a:r>
            <a:endParaRPr lang="en-US" b="1" dirty="0">
              <a:solidFill>
                <a:srgbClr val="FFFFFF"/>
              </a:solidFill>
            </a:endParaRPr>
          </a:p>
        </p:txBody>
      </p:sp>
      <p:sp>
        <p:nvSpPr>
          <p:cNvPr id="32" name="TextBox 31"/>
          <p:cNvSpPr txBox="1"/>
          <p:nvPr userDrawn="1"/>
        </p:nvSpPr>
        <p:spPr>
          <a:xfrm>
            <a:off x="16404771" y="2256868"/>
            <a:ext cx="966355" cy="369332"/>
          </a:xfrm>
          <a:prstGeom prst="rect">
            <a:avLst/>
          </a:prstGeom>
          <a:noFill/>
        </p:spPr>
        <p:txBody>
          <a:bodyPr wrap="none" rtlCol="0">
            <a:spAutoFit/>
          </a:bodyPr>
          <a:lstStyle/>
          <a:p>
            <a:r>
              <a:rPr lang="en-US" b="1" dirty="0">
                <a:solidFill>
                  <a:srgbClr val="FFFFFF"/>
                </a:solidFill>
              </a:rPr>
              <a:t>Teal</a:t>
            </a:r>
            <a:r>
              <a:rPr lang="en-US" b="1" i="0" dirty="0">
                <a:solidFill>
                  <a:srgbClr val="FFFFFF"/>
                </a:solidFill>
                <a:effectLst/>
              </a:rPr>
              <a:t> 10</a:t>
            </a:r>
            <a:endParaRPr lang="en-US" b="1" dirty="0">
              <a:solidFill>
                <a:srgbClr val="FFFFFF"/>
              </a:solidFill>
            </a:endParaRPr>
          </a:p>
        </p:txBody>
      </p:sp>
      <p:sp>
        <p:nvSpPr>
          <p:cNvPr id="33" name="TextBox 32"/>
          <p:cNvSpPr txBox="1"/>
          <p:nvPr userDrawn="1"/>
        </p:nvSpPr>
        <p:spPr>
          <a:xfrm>
            <a:off x="18206642" y="2256868"/>
            <a:ext cx="1055097" cy="369332"/>
          </a:xfrm>
          <a:prstGeom prst="rect">
            <a:avLst/>
          </a:prstGeom>
          <a:noFill/>
        </p:spPr>
        <p:txBody>
          <a:bodyPr wrap="none" rtlCol="0">
            <a:spAutoFit/>
          </a:bodyPr>
          <a:lstStyle/>
          <a:p>
            <a:r>
              <a:rPr lang="en-US" b="1" dirty="0">
                <a:solidFill>
                  <a:srgbClr val="FFFFFF"/>
                </a:solidFill>
              </a:rPr>
              <a:t>Cyan</a:t>
            </a:r>
            <a:r>
              <a:rPr lang="en-US" b="1" i="0" dirty="0">
                <a:solidFill>
                  <a:srgbClr val="FFFFFF"/>
                </a:solidFill>
                <a:effectLst/>
              </a:rPr>
              <a:t> 10</a:t>
            </a:r>
            <a:endParaRPr lang="en-US" b="1" dirty="0">
              <a:solidFill>
                <a:srgbClr val="FFFFFF"/>
              </a:solidFill>
            </a:endParaRPr>
          </a:p>
        </p:txBody>
      </p:sp>
      <p:sp>
        <p:nvSpPr>
          <p:cNvPr id="34" name="Rectangle 33"/>
          <p:cNvSpPr/>
          <p:nvPr userDrawn="1"/>
        </p:nvSpPr>
        <p:spPr>
          <a:xfrm>
            <a:off x="16222135" y="-2341897"/>
            <a:ext cx="1267863" cy="1267862"/>
          </a:xfrm>
          <a:prstGeom prst="rect">
            <a:avLst/>
          </a:prstGeom>
          <a:solidFill>
            <a:srgbClr val="C1C7CD"/>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endParaRPr lang="en-US" dirty="0">
              <a:solidFill>
                <a:schemeClr val="tx1"/>
              </a:solidFill>
              <a:latin typeface="IBM Plex Sans" panose="020B0503050203000203" pitchFamily="34" charset="0"/>
            </a:endParaRPr>
          </a:p>
          <a:p>
            <a:pPr algn="ctr"/>
            <a:r>
              <a:rPr lang="en-US" dirty="0">
                <a:solidFill>
                  <a:schemeClr val="tx1"/>
                </a:solidFill>
                <a:latin typeface="IBM Plex Sans" panose="020B0503050203000203" pitchFamily="34" charset="0"/>
              </a:rPr>
              <a:t>#C1C7CD</a:t>
            </a:r>
            <a:endParaRPr lang="en-US" dirty="0">
              <a:solidFill>
                <a:schemeClr val="tx1"/>
              </a:solidFill>
              <a:latin typeface="IBM Plex Sans" panose="020B0503050203000203" pitchFamily="34" charset="0"/>
            </a:endParaRPr>
          </a:p>
        </p:txBody>
      </p:sp>
      <p:sp>
        <p:nvSpPr>
          <p:cNvPr id="37" name="Rectangle 36"/>
          <p:cNvSpPr/>
          <p:nvPr userDrawn="1"/>
        </p:nvSpPr>
        <p:spPr>
          <a:xfrm>
            <a:off x="16222135" y="-801901"/>
            <a:ext cx="1267863" cy="1267862"/>
          </a:xfrm>
          <a:prstGeom prst="rect">
            <a:avLst/>
          </a:prstGeom>
          <a:solidFill>
            <a:srgbClr val="F2F4F8"/>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endParaRPr lang="en-US" dirty="0">
              <a:solidFill>
                <a:schemeClr val="tx1"/>
              </a:solidFill>
              <a:latin typeface="IBM Plex Sans" panose="020B0503050203000203" pitchFamily="34" charset="0"/>
            </a:endParaRPr>
          </a:p>
          <a:p>
            <a:pPr algn="ctr"/>
            <a:r>
              <a:rPr lang="en-US" dirty="0">
                <a:solidFill>
                  <a:schemeClr val="tx1"/>
                </a:solidFill>
                <a:latin typeface="IBM Plex Sans" panose="020B0503050203000203" pitchFamily="34" charset="0"/>
              </a:rPr>
              <a:t>#F2F4F8</a:t>
            </a:r>
            <a:endParaRPr lang="en-US" dirty="0">
              <a:solidFill>
                <a:schemeClr val="tx1"/>
              </a:solidFill>
              <a:latin typeface="IBM Plex Sans" panose="020B0503050203000203" pitchFamily="34" charset="0"/>
            </a:endParaRPr>
          </a:p>
        </p:txBody>
      </p:sp>
      <p:sp>
        <p:nvSpPr>
          <p:cNvPr id="38" name="Rectangle 37"/>
          <p:cNvSpPr/>
          <p:nvPr userDrawn="1"/>
        </p:nvSpPr>
        <p:spPr>
          <a:xfrm>
            <a:off x="14397282" y="-2352139"/>
            <a:ext cx="1267863" cy="1267862"/>
          </a:xfrm>
          <a:prstGeom prst="rect">
            <a:avLst/>
          </a:prstGeom>
          <a:solidFill>
            <a:srgbClr val="BE95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endParaRPr lang="en-US" dirty="0">
              <a:solidFill>
                <a:schemeClr val="tx1"/>
              </a:solidFill>
              <a:latin typeface="IBM Plex Sans" panose="020B0503050203000203" pitchFamily="34" charset="0"/>
            </a:endParaRPr>
          </a:p>
          <a:p>
            <a:pPr algn="ctr"/>
            <a:r>
              <a:rPr lang="en-US" dirty="0">
                <a:solidFill>
                  <a:schemeClr val="tx1"/>
                </a:solidFill>
                <a:latin typeface="IBM Plex Sans" panose="020B0503050203000203" pitchFamily="34" charset="0"/>
              </a:rPr>
              <a:t>#BE95FF</a:t>
            </a:r>
            <a:endParaRPr lang="en-US" dirty="0">
              <a:solidFill>
                <a:schemeClr val="tx1"/>
              </a:solidFill>
              <a:latin typeface="IBM Plex Sans" panose="020B0503050203000203" pitchFamily="34" charset="0"/>
            </a:endParaRPr>
          </a:p>
        </p:txBody>
      </p:sp>
      <p:sp>
        <p:nvSpPr>
          <p:cNvPr id="39" name="Rectangle 38"/>
          <p:cNvSpPr/>
          <p:nvPr userDrawn="1"/>
        </p:nvSpPr>
        <p:spPr>
          <a:xfrm>
            <a:off x="14397282" y="-812143"/>
            <a:ext cx="1267863" cy="1267862"/>
          </a:xfrm>
          <a:prstGeom prst="rect">
            <a:avLst/>
          </a:prstGeom>
          <a:solidFill>
            <a:srgbClr val="33B1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endParaRPr lang="en-US" dirty="0">
              <a:solidFill>
                <a:schemeClr val="tx1"/>
              </a:solidFill>
              <a:latin typeface="IBM Plex Sans" panose="020B0503050203000203" pitchFamily="34" charset="0"/>
            </a:endParaRPr>
          </a:p>
          <a:p>
            <a:pPr algn="ctr"/>
            <a:r>
              <a:rPr lang="en-US" dirty="0">
                <a:solidFill>
                  <a:schemeClr val="tx1"/>
                </a:solidFill>
                <a:latin typeface="IBM Plex Sans" panose="020B0503050203000203" pitchFamily="34" charset="0"/>
              </a:rPr>
              <a:t>#33B1FF</a:t>
            </a:r>
            <a:endParaRPr lang="en-US" dirty="0">
              <a:solidFill>
                <a:schemeClr val="tx1"/>
              </a:solidFill>
              <a:latin typeface="IBM Plex Sans" panose="020B0503050203000203" pitchFamily="34" charset="0"/>
            </a:endParaRPr>
          </a:p>
        </p:txBody>
      </p:sp>
      <p:sp>
        <p:nvSpPr>
          <p:cNvPr id="42" name="Rectangle 41"/>
          <p:cNvSpPr/>
          <p:nvPr userDrawn="1"/>
        </p:nvSpPr>
        <p:spPr>
          <a:xfrm>
            <a:off x="12572429" y="-2309174"/>
            <a:ext cx="1267863" cy="1267862"/>
          </a:xfrm>
          <a:prstGeom prst="rect">
            <a:avLst/>
          </a:prstGeom>
          <a:solidFill>
            <a:srgbClr val="08BDBA"/>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endParaRPr lang="en-US" dirty="0">
              <a:solidFill>
                <a:schemeClr val="tx1"/>
              </a:solidFill>
              <a:latin typeface="IBM Plex Sans" panose="020B0503050203000203" pitchFamily="34" charset="0"/>
            </a:endParaRPr>
          </a:p>
          <a:p>
            <a:pPr algn="ctr"/>
            <a:r>
              <a:rPr lang="en-US" dirty="0">
                <a:solidFill>
                  <a:schemeClr val="tx1"/>
                </a:solidFill>
                <a:latin typeface="IBM Plex Sans" panose="020B0503050203000203" pitchFamily="34" charset="0"/>
              </a:rPr>
              <a:t>#08BDBA</a:t>
            </a:r>
            <a:endParaRPr lang="en-US" dirty="0">
              <a:solidFill>
                <a:schemeClr val="tx1"/>
              </a:solidFill>
              <a:latin typeface="IBM Plex Sans" panose="020B0503050203000203" pitchFamily="34" charset="0"/>
            </a:endParaRPr>
          </a:p>
        </p:txBody>
      </p:sp>
      <p:sp>
        <p:nvSpPr>
          <p:cNvPr id="43" name="Rectangle 42"/>
          <p:cNvSpPr/>
          <p:nvPr userDrawn="1"/>
        </p:nvSpPr>
        <p:spPr>
          <a:xfrm>
            <a:off x="12572429" y="-769178"/>
            <a:ext cx="1267863" cy="1267862"/>
          </a:xfrm>
          <a:prstGeom prst="rect">
            <a:avLst/>
          </a:prstGeom>
          <a:solidFill>
            <a:srgbClr val="78A9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endParaRPr lang="en-US" dirty="0">
              <a:solidFill>
                <a:schemeClr val="tx1"/>
              </a:solidFill>
              <a:latin typeface="IBM Plex Sans" panose="020B0503050203000203" pitchFamily="34" charset="0"/>
            </a:endParaRPr>
          </a:p>
          <a:p>
            <a:pPr algn="ctr"/>
            <a:r>
              <a:rPr lang="en-US" dirty="0">
                <a:solidFill>
                  <a:schemeClr val="tx1"/>
                </a:solidFill>
                <a:latin typeface="IBM Plex Sans" panose="020B0503050203000203" pitchFamily="34" charset="0"/>
              </a:rPr>
              <a:t>#78A9FF</a:t>
            </a:r>
            <a:endParaRPr lang="en-US" dirty="0">
              <a:solidFill>
                <a:schemeClr val="tx1"/>
              </a:solidFill>
              <a:latin typeface="IBM Plex Sans" panose="020B0503050203000203" pitchFamily="34" charset="0"/>
            </a:endParaRPr>
          </a:p>
        </p:txBody>
      </p:sp>
      <p:sp>
        <p:nvSpPr>
          <p:cNvPr id="46" name="Rectangle 45"/>
          <p:cNvSpPr/>
          <p:nvPr userDrawn="1"/>
        </p:nvSpPr>
        <p:spPr>
          <a:xfrm>
            <a:off x="17993876" y="-2309174"/>
            <a:ext cx="1267863" cy="1267862"/>
          </a:xfrm>
          <a:prstGeom prst="rect">
            <a:avLst/>
          </a:prstGeom>
          <a:solidFill>
            <a:srgbClr val="525252"/>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bg2"/>
                </a:solidFill>
                <a:latin typeface="IBM Plex Sans" panose="020B0503050203000203" pitchFamily="34" charset="0"/>
              </a:rPr>
              <a:t>Labels</a:t>
            </a:r>
            <a:endParaRPr lang="en-US" dirty="0">
              <a:solidFill>
                <a:schemeClr val="bg2"/>
              </a:solidFill>
              <a:latin typeface="IBM Plex Sans" panose="020B0503050203000203" pitchFamily="34" charset="0"/>
            </a:endParaRPr>
          </a:p>
          <a:p>
            <a:pPr algn="ctr"/>
            <a:r>
              <a:rPr lang="en-US" dirty="0">
                <a:solidFill>
                  <a:schemeClr val="bg2"/>
                </a:solidFill>
                <a:latin typeface="IBM Plex Sans" panose="020B0503050203000203" pitchFamily="34" charset="0"/>
              </a:rPr>
              <a:t>#525252</a:t>
            </a:r>
            <a:endParaRPr lang="en-US" dirty="0">
              <a:solidFill>
                <a:schemeClr val="bg2"/>
              </a:solidFill>
              <a:latin typeface="IBM Plex Sans" panose="020B0503050203000203" pitchFamily="34" charset="0"/>
            </a:endParaRPr>
          </a:p>
        </p:txBody>
      </p:sp>
      <p:sp>
        <p:nvSpPr>
          <p:cNvPr id="47" name="Rectangle 46"/>
          <p:cNvSpPr/>
          <p:nvPr userDrawn="1"/>
        </p:nvSpPr>
        <p:spPr>
          <a:xfrm>
            <a:off x="17993875" y="-812143"/>
            <a:ext cx="1267863" cy="1267862"/>
          </a:xfrm>
          <a:prstGeom prst="rect">
            <a:avLst/>
          </a:prstGeom>
          <a:solidFill>
            <a:srgbClr val="262626"/>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bg2"/>
                </a:solidFill>
                <a:latin typeface="IBM Plex Sans" panose="020B0503050203000203" pitchFamily="34" charset="0"/>
              </a:rPr>
              <a:t>Text</a:t>
            </a:r>
            <a:endParaRPr lang="en-US" dirty="0">
              <a:solidFill>
                <a:schemeClr val="bg2"/>
              </a:solidFill>
              <a:latin typeface="IBM Plex Sans" panose="020B0503050203000203" pitchFamily="34" charset="0"/>
            </a:endParaRPr>
          </a:p>
          <a:p>
            <a:pPr algn="ctr"/>
            <a:r>
              <a:rPr lang="en-US" dirty="0">
                <a:solidFill>
                  <a:schemeClr val="bg2"/>
                </a:solidFill>
                <a:latin typeface="IBM Plex Sans" panose="020B0503050203000203" pitchFamily="34" charset="0"/>
              </a:rPr>
              <a:t>#262626</a:t>
            </a:r>
            <a:endParaRPr lang="en-US" dirty="0">
              <a:solidFill>
                <a:schemeClr val="bg2"/>
              </a:solidFill>
              <a:latin typeface="IBM Plex Sans" panose="020B0503050203000203" pitchFamily="34" charset="0"/>
            </a:endParaRPr>
          </a:p>
        </p:txBody>
      </p:sp>
      <p:grpSp>
        <p:nvGrpSpPr>
          <p:cNvPr id="64" name="Group 63"/>
          <p:cNvGrpSpPr/>
          <p:nvPr userDrawn="1"/>
        </p:nvGrpSpPr>
        <p:grpSpPr>
          <a:xfrm>
            <a:off x="11094856" y="6244940"/>
            <a:ext cx="1098532" cy="613059"/>
            <a:chOff x="8965342" y="4231217"/>
            <a:chExt cx="1608171" cy="897474"/>
          </a:xfrm>
        </p:grpSpPr>
        <p:pic>
          <p:nvPicPr>
            <p:cNvPr id="60" name="Graphic 59"/>
            <p:cNvPicPr>
              <a:picLocks noChangeAspect="1"/>
            </p:cNvPicPr>
            <p:nvPr userDrawn="1"/>
          </p:nvPicPr>
          <p:blipFill>
            <a:blip r:embed="rId9">
              <a:extLst>
                <a:ext uri="{96DAC541-7B7A-43D3-8B79-37D633B846F1}">
                  <asvg:svgBlip xmlns:asvg="http://schemas.microsoft.com/office/drawing/2016/SVG/main" r:embed="rId10"/>
                </a:ext>
              </a:extLst>
            </a:blip>
            <a:stretch>
              <a:fillRect/>
            </a:stretch>
          </p:blipFill>
          <p:spPr>
            <a:xfrm>
              <a:off x="9321121" y="4418033"/>
              <a:ext cx="897474" cy="355817"/>
            </a:xfrm>
            <a:prstGeom prst="rect">
              <a:avLst/>
            </a:prstGeom>
          </p:spPr>
        </p:pic>
        <p:pic>
          <p:nvPicPr>
            <p:cNvPr id="61" name="Graphic 60" hidden="1"/>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a:off x="9321121" y="4772874"/>
              <a:ext cx="897474" cy="355817"/>
            </a:xfrm>
            <a:prstGeom prst="rect">
              <a:avLst/>
            </a:prstGeom>
          </p:spPr>
        </p:pic>
        <p:pic>
          <p:nvPicPr>
            <p:cNvPr id="62" name="Graphic 61" hidden="1"/>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rot="16200000">
              <a:off x="9946868" y="4502045"/>
              <a:ext cx="897474" cy="355817"/>
            </a:xfrm>
            <a:prstGeom prst="rect">
              <a:avLst/>
            </a:prstGeom>
          </p:spPr>
        </p:pic>
        <p:pic>
          <p:nvPicPr>
            <p:cNvPr id="63" name="Graphic 62" hidden="1"/>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rot="16200000">
              <a:off x="8694514" y="4502045"/>
              <a:ext cx="897474" cy="355817"/>
            </a:xfrm>
            <a:prstGeom prst="rect">
              <a:avLst/>
            </a:prstGeom>
          </p:spPr>
        </p:pic>
      </p:grpSp>
      <p:pic>
        <p:nvPicPr>
          <p:cNvPr id="66" name="Graphic 65"/>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a:off x="241053" y="6372101"/>
            <a:ext cx="1630680" cy="247650"/>
          </a:xfrm>
          <a:prstGeom prst="rect">
            <a:avLst/>
          </a:prstGeom>
        </p:spPr>
      </p:pic>
      <p:sp>
        <p:nvSpPr>
          <p:cNvPr id="67" name="Rectangle 66" hidden="1"/>
          <p:cNvSpPr/>
          <p:nvPr userDrawn="1"/>
        </p:nvSpPr>
        <p:spPr>
          <a:xfrm>
            <a:off x="-76201" y="6356350"/>
            <a:ext cx="12353925" cy="276797"/>
          </a:xfrm>
          <a:prstGeom prst="rect">
            <a:avLst/>
          </a:prstGeom>
          <a:noFill/>
          <a:ln w="28575">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5"/>
    </p:custDataLst>
  </p:cSld>
  <p:clrMap bg1="lt1" tx1="dk1" bg2="lt2" tx2="dk2" accent1="accent1" accent2="accent2" accent3="accent3" accent4="accent4" accent5="accent5" accent6="accent6" hlink="hlink" folHlink="folHlink"/>
  <p:sldLayoutIdLst>
    <p:sldLayoutId id="2147483684" r:id="rId1"/>
    <p:sldLayoutId id="2147483685" r:id="rId2"/>
    <p:sldLayoutId id="2147483686" r:id="rId3"/>
    <p:sldLayoutId id="2147483687" r:id="rId4"/>
    <p:sldLayoutId id="2147483688" r:id="rId5"/>
    <p:sldLayoutId id="2147483689" r:id="rId6"/>
  </p:sldLayoutIdLst>
  <p:txStyles>
    <p:titleStyle>
      <a:lvl1pPr algn="l" defTabSz="914400" rtl="0" eaLnBrk="1" latinLnBrk="0" hangingPunct="1">
        <a:lnSpc>
          <a:spcPct val="90000"/>
        </a:lnSpc>
        <a:spcBef>
          <a:spcPct val="0"/>
        </a:spcBef>
        <a:buNone/>
        <a:defRPr sz="4000" b="1" i="0" kern="1200">
          <a:solidFill>
            <a:srgbClr val="525252"/>
          </a:solidFill>
          <a:latin typeface="IBM Plex Sans SemiBold" panose="020B0503050203000203" pitchFamily="34" charset="0"/>
          <a:ea typeface="IBM Plex Sans SemiBold" panose="020B0503050203000203" pitchFamily="34" charset="0"/>
          <a:cs typeface="IBM Plex Sans SemiBold" panose="020B0503050203000203" pitchFamily="34" charset="0"/>
        </a:defRPr>
      </a:lvl1pPr>
    </p:titleStyle>
    <p:bodyStyle>
      <a:lvl1pPr marL="228600" indent="-228600" algn="l" defTabSz="914400" rtl="0" eaLnBrk="1" latinLnBrk="0" hangingPunct="1">
        <a:lnSpc>
          <a:spcPct val="90000"/>
        </a:lnSpc>
        <a:spcBef>
          <a:spcPts val="1000"/>
        </a:spcBef>
        <a:buFont typeface="Arial" panose="020B0604020202020204"/>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a:buChar char="•"/>
        <a:defRPr sz="1800" kern="1200">
          <a:solidFill>
            <a:srgbClr val="262626"/>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a:buChar char="•"/>
        <a:defRPr sz="1800" kern="1200">
          <a:solidFill>
            <a:srgbClr val="262626"/>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47850"/>
            <a:ext cx="10515600" cy="4351338"/>
          </a:xfrm>
          <a:prstGeom prst="rect">
            <a:avLst/>
          </a:prstGeom>
        </p:spPr>
        <p:txBody>
          <a:bodyPr vert="horz" lIns="91440" tIns="45720" rIns="91440" bIns="45720" rtlCol="0">
            <a:normAutofit/>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p:txBody>
      </p:sp>
      <p:pic>
        <p:nvPicPr>
          <p:cNvPr id="12" name="Picture 11" descr="Text, logo&#10;&#10;Description automatically generated"/>
          <p:cNvPicPr>
            <a:picLocks noChangeAspect="1"/>
          </p:cNvPicPr>
          <p:nvPr userDrawn="1"/>
        </p:nvPicPr>
        <p:blipFill rotWithShape="1">
          <a:blip r:embed="rId7">
            <a:alphaModFix amt="5000"/>
            <a:extLst>
              <a:ext uri="{BEBA8EAE-BF5A-486C-A8C5-ECC9F3942E4B}">
                <a14:imgProps xmlns:a14="http://schemas.microsoft.com/office/drawing/2010/main">
                  <a14:imgLayer r:embed="rId8">
                    <a14:imgEffect>
                      <a14:brightnessContrast contrast="-77000"/>
                    </a14:imgEffect>
                    <a14:imgEffect>
                      <a14:saturation sat="155000"/>
                    </a14:imgEffect>
                  </a14:imgLayer>
                </a14:imgProps>
              </a:ext>
            </a:extLst>
          </a:blip>
          <a:srcRect l="-1923" r="70315"/>
          <a:stretch>
            <a:fillRect/>
          </a:stretch>
        </p:blipFill>
        <p:spPr>
          <a:xfrm>
            <a:off x="3345127" y="1418811"/>
            <a:ext cx="5501746" cy="4826130"/>
          </a:xfrm>
          <a:prstGeom prst="rect">
            <a:avLst/>
          </a:prstGeom>
        </p:spPr>
      </p:pic>
      <p:sp>
        <p:nvSpPr>
          <p:cNvPr id="4" name="Rectangle 3"/>
          <p:cNvSpPr/>
          <p:nvPr userDrawn="1"/>
        </p:nvSpPr>
        <p:spPr>
          <a:xfrm>
            <a:off x="12625444" y="2728308"/>
            <a:ext cx="1235879" cy="1235878"/>
          </a:xfrm>
          <a:prstGeom prst="rect">
            <a:avLst/>
          </a:prstGeom>
          <a:solidFill>
            <a:srgbClr val="BE95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#BE95FF</a:t>
            </a:r>
            <a:endParaRPr lang="en-US" dirty="0">
              <a:solidFill>
                <a:srgbClr val="262626"/>
              </a:solidFill>
              <a:latin typeface="IBM Plex Sans" panose="020B0503050203000203" pitchFamily="34" charset="0"/>
            </a:endParaRPr>
          </a:p>
        </p:txBody>
      </p:sp>
      <p:sp>
        <p:nvSpPr>
          <p:cNvPr id="5" name="Rectangle 4"/>
          <p:cNvSpPr/>
          <p:nvPr userDrawn="1"/>
        </p:nvSpPr>
        <p:spPr>
          <a:xfrm>
            <a:off x="18071881" y="2728308"/>
            <a:ext cx="1235879" cy="1235878"/>
          </a:xfrm>
          <a:prstGeom prst="rect">
            <a:avLst/>
          </a:prstGeom>
          <a:solidFill>
            <a:srgbClr val="33B1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#33B1FF</a:t>
            </a:r>
            <a:endParaRPr lang="en-US" dirty="0">
              <a:solidFill>
                <a:srgbClr val="262626"/>
              </a:solidFill>
              <a:latin typeface="IBM Plex Sans" panose="020B0503050203000203" pitchFamily="34" charset="0"/>
            </a:endParaRPr>
          </a:p>
        </p:txBody>
      </p:sp>
      <p:sp>
        <p:nvSpPr>
          <p:cNvPr id="6" name="Rectangle 5"/>
          <p:cNvSpPr/>
          <p:nvPr userDrawn="1"/>
        </p:nvSpPr>
        <p:spPr>
          <a:xfrm>
            <a:off x="14440923" y="2728308"/>
            <a:ext cx="1235879" cy="1235878"/>
          </a:xfrm>
          <a:prstGeom prst="rect">
            <a:avLst/>
          </a:prstGeom>
          <a:solidFill>
            <a:srgbClr val="FF7EB6"/>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#FF7EB6</a:t>
            </a:r>
            <a:endParaRPr lang="en-US" dirty="0">
              <a:solidFill>
                <a:srgbClr val="262626"/>
              </a:solidFill>
              <a:latin typeface="IBM Plex Sans" panose="020B0503050203000203" pitchFamily="34" charset="0"/>
            </a:endParaRPr>
          </a:p>
        </p:txBody>
      </p:sp>
      <p:sp>
        <p:nvSpPr>
          <p:cNvPr id="9" name="Rectangle 8"/>
          <p:cNvSpPr/>
          <p:nvPr userDrawn="1"/>
        </p:nvSpPr>
        <p:spPr>
          <a:xfrm>
            <a:off x="16256402" y="2728308"/>
            <a:ext cx="1235879" cy="1235878"/>
          </a:xfrm>
          <a:prstGeom prst="rect">
            <a:avLst/>
          </a:prstGeom>
          <a:solidFill>
            <a:srgbClr val="08BDBA"/>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#08BDBA</a:t>
            </a:r>
            <a:endParaRPr lang="en-US" dirty="0">
              <a:solidFill>
                <a:srgbClr val="262626"/>
              </a:solidFill>
              <a:latin typeface="IBM Plex Sans" panose="020B0503050203000203" pitchFamily="34" charset="0"/>
            </a:endParaRPr>
          </a:p>
        </p:txBody>
      </p:sp>
      <p:sp>
        <p:nvSpPr>
          <p:cNvPr id="10" name="TextBox 9"/>
          <p:cNvSpPr txBox="1"/>
          <p:nvPr userDrawn="1"/>
        </p:nvSpPr>
        <p:spPr>
          <a:xfrm>
            <a:off x="12602453" y="3912427"/>
            <a:ext cx="1237839" cy="369332"/>
          </a:xfrm>
          <a:prstGeom prst="rect">
            <a:avLst/>
          </a:prstGeom>
          <a:noFill/>
        </p:spPr>
        <p:txBody>
          <a:bodyPr wrap="none" rtlCol="0">
            <a:spAutoFit/>
          </a:bodyPr>
          <a:lstStyle/>
          <a:p>
            <a:r>
              <a:rPr lang="en-US" b="1" i="0" dirty="0">
                <a:solidFill>
                  <a:srgbClr val="FFFFFF"/>
                </a:solidFill>
                <a:effectLst/>
              </a:rPr>
              <a:t>Purple 40</a:t>
            </a:r>
            <a:endParaRPr lang="en-US" b="1" dirty="0">
              <a:solidFill>
                <a:srgbClr val="FFFFFF"/>
              </a:solidFill>
            </a:endParaRPr>
          </a:p>
        </p:txBody>
      </p:sp>
      <p:sp>
        <p:nvSpPr>
          <p:cNvPr id="13" name="TextBox 12"/>
          <p:cNvSpPr txBox="1"/>
          <p:nvPr userDrawn="1"/>
        </p:nvSpPr>
        <p:spPr>
          <a:xfrm>
            <a:off x="14334144" y="3912427"/>
            <a:ext cx="1449436" cy="369332"/>
          </a:xfrm>
          <a:prstGeom prst="rect">
            <a:avLst/>
          </a:prstGeom>
          <a:noFill/>
        </p:spPr>
        <p:txBody>
          <a:bodyPr wrap="none" rtlCol="0">
            <a:spAutoFit/>
          </a:bodyPr>
          <a:lstStyle/>
          <a:p>
            <a:r>
              <a:rPr lang="en-US" b="1" dirty="0">
                <a:solidFill>
                  <a:srgbClr val="FFFFFF"/>
                </a:solidFill>
              </a:rPr>
              <a:t>Magenta</a:t>
            </a:r>
            <a:r>
              <a:rPr lang="en-US" b="1" i="0" dirty="0">
                <a:solidFill>
                  <a:srgbClr val="FFFFFF"/>
                </a:solidFill>
                <a:effectLst/>
              </a:rPr>
              <a:t> 40</a:t>
            </a:r>
            <a:endParaRPr lang="en-US" b="1" dirty="0">
              <a:solidFill>
                <a:srgbClr val="FFFFFF"/>
              </a:solidFill>
            </a:endParaRPr>
          </a:p>
        </p:txBody>
      </p:sp>
      <p:sp>
        <p:nvSpPr>
          <p:cNvPr id="14" name="TextBox 13"/>
          <p:cNvSpPr txBox="1"/>
          <p:nvPr userDrawn="1"/>
        </p:nvSpPr>
        <p:spPr>
          <a:xfrm>
            <a:off x="16404771" y="3912427"/>
            <a:ext cx="966355" cy="369332"/>
          </a:xfrm>
          <a:prstGeom prst="rect">
            <a:avLst/>
          </a:prstGeom>
          <a:noFill/>
        </p:spPr>
        <p:txBody>
          <a:bodyPr wrap="none" rtlCol="0">
            <a:spAutoFit/>
          </a:bodyPr>
          <a:lstStyle/>
          <a:p>
            <a:r>
              <a:rPr lang="en-US" b="1" dirty="0">
                <a:solidFill>
                  <a:srgbClr val="FFFFFF"/>
                </a:solidFill>
              </a:rPr>
              <a:t>Teal</a:t>
            </a:r>
            <a:r>
              <a:rPr lang="en-US" b="1" i="0" dirty="0">
                <a:solidFill>
                  <a:srgbClr val="FFFFFF"/>
                </a:solidFill>
                <a:effectLst/>
              </a:rPr>
              <a:t> 40</a:t>
            </a:r>
            <a:endParaRPr lang="en-US" b="1" dirty="0">
              <a:solidFill>
                <a:srgbClr val="FFFFFF"/>
              </a:solidFill>
            </a:endParaRPr>
          </a:p>
        </p:txBody>
      </p:sp>
      <p:sp>
        <p:nvSpPr>
          <p:cNvPr id="15" name="TextBox 14"/>
          <p:cNvSpPr txBox="1"/>
          <p:nvPr userDrawn="1"/>
        </p:nvSpPr>
        <p:spPr>
          <a:xfrm>
            <a:off x="18206642" y="3912427"/>
            <a:ext cx="1055097" cy="369332"/>
          </a:xfrm>
          <a:prstGeom prst="rect">
            <a:avLst/>
          </a:prstGeom>
          <a:noFill/>
        </p:spPr>
        <p:txBody>
          <a:bodyPr wrap="none" rtlCol="0">
            <a:spAutoFit/>
          </a:bodyPr>
          <a:lstStyle/>
          <a:p>
            <a:r>
              <a:rPr lang="en-US" b="1" dirty="0">
                <a:solidFill>
                  <a:srgbClr val="FFFFFF"/>
                </a:solidFill>
              </a:rPr>
              <a:t>Cyan</a:t>
            </a:r>
            <a:r>
              <a:rPr lang="en-US" b="1" i="0" dirty="0">
                <a:solidFill>
                  <a:srgbClr val="FFFFFF"/>
                </a:solidFill>
                <a:effectLst/>
              </a:rPr>
              <a:t> 40</a:t>
            </a:r>
            <a:endParaRPr lang="en-US" b="1" dirty="0">
              <a:solidFill>
                <a:srgbClr val="FFFFFF"/>
              </a:solidFill>
            </a:endParaRPr>
          </a:p>
        </p:txBody>
      </p:sp>
      <p:sp>
        <p:nvSpPr>
          <p:cNvPr id="16" name="Rectangle 15"/>
          <p:cNvSpPr/>
          <p:nvPr userDrawn="1"/>
        </p:nvSpPr>
        <p:spPr>
          <a:xfrm>
            <a:off x="12625444" y="4418033"/>
            <a:ext cx="1235879" cy="1235878"/>
          </a:xfrm>
          <a:prstGeom prst="rect">
            <a:avLst/>
          </a:prstGeom>
          <a:solidFill>
            <a:srgbClr val="8A3FFC"/>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latin typeface="IBM Plex Sans" panose="020B0503050203000203" pitchFamily="34" charset="0"/>
              </a:rPr>
              <a:t>#8A3FFC</a:t>
            </a:r>
            <a:endParaRPr lang="en-US" dirty="0">
              <a:solidFill>
                <a:schemeClr val="bg2"/>
              </a:solidFill>
              <a:latin typeface="IBM Plex Sans" panose="020B0503050203000203" pitchFamily="34" charset="0"/>
            </a:endParaRPr>
          </a:p>
        </p:txBody>
      </p:sp>
      <p:sp>
        <p:nvSpPr>
          <p:cNvPr id="17" name="Rectangle 16"/>
          <p:cNvSpPr/>
          <p:nvPr userDrawn="1"/>
        </p:nvSpPr>
        <p:spPr>
          <a:xfrm>
            <a:off x="18071881" y="4418033"/>
            <a:ext cx="1235879" cy="1235878"/>
          </a:xfrm>
          <a:prstGeom prst="rect">
            <a:avLst/>
          </a:prstGeom>
          <a:solidFill>
            <a:srgbClr val="0072C3"/>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latin typeface="IBM Plex Sans" panose="020B0503050203000203" pitchFamily="34" charset="0"/>
              </a:rPr>
              <a:t>#0072C3</a:t>
            </a:r>
            <a:endParaRPr lang="en-US" dirty="0">
              <a:solidFill>
                <a:schemeClr val="bg2"/>
              </a:solidFill>
              <a:latin typeface="IBM Plex Sans" panose="020B0503050203000203" pitchFamily="34" charset="0"/>
            </a:endParaRPr>
          </a:p>
        </p:txBody>
      </p:sp>
      <p:sp>
        <p:nvSpPr>
          <p:cNvPr id="18" name="Rectangle 17"/>
          <p:cNvSpPr/>
          <p:nvPr userDrawn="1"/>
        </p:nvSpPr>
        <p:spPr>
          <a:xfrm>
            <a:off x="14440923" y="4418033"/>
            <a:ext cx="1235879" cy="1235878"/>
          </a:xfrm>
          <a:prstGeom prst="rect">
            <a:avLst/>
          </a:prstGeom>
          <a:solidFill>
            <a:srgbClr val="D02670"/>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latin typeface="IBM Plex Sans" panose="020B0503050203000203" pitchFamily="34" charset="0"/>
              </a:rPr>
              <a:t>#D02670</a:t>
            </a:r>
            <a:endParaRPr lang="en-US" dirty="0">
              <a:solidFill>
                <a:schemeClr val="bg2"/>
              </a:solidFill>
              <a:latin typeface="IBM Plex Sans" panose="020B0503050203000203" pitchFamily="34" charset="0"/>
            </a:endParaRPr>
          </a:p>
        </p:txBody>
      </p:sp>
      <p:sp>
        <p:nvSpPr>
          <p:cNvPr id="19" name="Rectangle 18"/>
          <p:cNvSpPr/>
          <p:nvPr userDrawn="1"/>
        </p:nvSpPr>
        <p:spPr>
          <a:xfrm>
            <a:off x="16256402" y="4418033"/>
            <a:ext cx="1235879" cy="1235878"/>
          </a:xfrm>
          <a:prstGeom prst="rect">
            <a:avLst/>
          </a:prstGeom>
          <a:solidFill>
            <a:srgbClr val="007D79"/>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latin typeface="IBM Plex Sans" panose="020B0503050203000203" pitchFamily="34" charset="0"/>
              </a:rPr>
              <a:t>#007D79</a:t>
            </a:r>
            <a:endParaRPr lang="en-US" dirty="0">
              <a:solidFill>
                <a:schemeClr val="bg2"/>
              </a:solidFill>
              <a:latin typeface="IBM Plex Sans" panose="020B0503050203000203" pitchFamily="34" charset="0"/>
            </a:endParaRPr>
          </a:p>
        </p:txBody>
      </p:sp>
      <p:sp>
        <p:nvSpPr>
          <p:cNvPr id="20" name="TextBox 19"/>
          <p:cNvSpPr txBox="1"/>
          <p:nvPr userDrawn="1"/>
        </p:nvSpPr>
        <p:spPr>
          <a:xfrm>
            <a:off x="12602453" y="5602152"/>
            <a:ext cx="1237839" cy="369332"/>
          </a:xfrm>
          <a:prstGeom prst="rect">
            <a:avLst/>
          </a:prstGeom>
          <a:noFill/>
        </p:spPr>
        <p:txBody>
          <a:bodyPr wrap="none" rtlCol="0">
            <a:spAutoFit/>
          </a:bodyPr>
          <a:lstStyle/>
          <a:p>
            <a:r>
              <a:rPr lang="en-US" b="1" i="0" dirty="0">
                <a:solidFill>
                  <a:srgbClr val="FFFFFF"/>
                </a:solidFill>
                <a:effectLst/>
              </a:rPr>
              <a:t>Purple 60</a:t>
            </a:r>
            <a:endParaRPr lang="en-US" b="1" dirty="0">
              <a:solidFill>
                <a:srgbClr val="FFFFFF"/>
              </a:solidFill>
            </a:endParaRPr>
          </a:p>
        </p:txBody>
      </p:sp>
      <p:sp>
        <p:nvSpPr>
          <p:cNvPr id="21" name="TextBox 20"/>
          <p:cNvSpPr txBox="1"/>
          <p:nvPr userDrawn="1"/>
        </p:nvSpPr>
        <p:spPr>
          <a:xfrm>
            <a:off x="14334144" y="5602152"/>
            <a:ext cx="1448025" cy="369332"/>
          </a:xfrm>
          <a:prstGeom prst="rect">
            <a:avLst/>
          </a:prstGeom>
          <a:noFill/>
        </p:spPr>
        <p:txBody>
          <a:bodyPr wrap="none" rtlCol="0">
            <a:spAutoFit/>
          </a:bodyPr>
          <a:lstStyle/>
          <a:p>
            <a:r>
              <a:rPr lang="en-US" b="1" dirty="0">
                <a:solidFill>
                  <a:srgbClr val="FFFFFF"/>
                </a:solidFill>
              </a:rPr>
              <a:t>Magenta</a:t>
            </a:r>
            <a:r>
              <a:rPr lang="en-US" b="1" i="0" dirty="0">
                <a:solidFill>
                  <a:srgbClr val="FFFFFF"/>
                </a:solidFill>
                <a:effectLst/>
              </a:rPr>
              <a:t> 60</a:t>
            </a:r>
            <a:endParaRPr lang="en-US" b="1" dirty="0">
              <a:solidFill>
                <a:srgbClr val="FFFFFF"/>
              </a:solidFill>
            </a:endParaRPr>
          </a:p>
        </p:txBody>
      </p:sp>
      <p:sp>
        <p:nvSpPr>
          <p:cNvPr id="22" name="TextBox 21"/>
          <p:cNvSpPr txBox="1"/>
          <p:nvPr userDrawn="1"/>
        </p:nvSpPr>
        <p:spPr>
          <a:xfrm>
            <a:off x="16404771" y="5602152"/>
            <a:ext cx="966931" cy="369332"/>
          </a:xfrm>
          <a:prstGeom prst="rect">
            <a:avLst/>
          </a:prstGeom>
          <a:noFill/>
        </p:spPr>
        <p:txBody>
          <a:bodyPr wrap="none" rtlCol="0">
            <a:spAutoFit/>
          </a:bodyPr>
          <a:lstStyle/>
          <a:p>
            <a:r>
              <a:rPr lang="en-US" b="1" dirty="0">
                <a:solidFill>
                  <a:srgbClr val="FFFFFF"/>
                </a:solidFill>
              </a:rPr>
              <a:t>Teal</a:t>
            </a:r>
            <a:r>
              <a:rPr lang="en-US" b="1" i="0" dirty="0">
                <a:solidFill>
                  <a:srgbClr val="FFFFFF"/>
                </a:solidFill>
                <a:effectLst/>
              </a:rPr>
              <a:t> 60</a:t>
            </a:r>
            <a:endParaRPr lang="en-US" b="1" dirty="0">
              <a:solidFill>
                <a:srgbClr val="FFFFFF"/>
              </a:solidFill>
            </a:endParaRPr>
          </a:p>
        </p:txBody>
      </p:sp>
      <p:sp>
        <p:nvSpPr>
          <p:cNvPr id="23" name="TextBox 22"/>
          <p:cNvSpPr txBox="1"/>
          <p:nvPr userDrawn="1"/>
        </p:nvSpPr>
        <p:spPr>
          <a:xfrm>
            <a:off x="18206642" y="5602152"/>
            <a:ext cx="1055097" cy="369332"/>
          </a:xfrm>
          <a:prstGeom prst="rect">
            <a:avLst/>
          </a:prstGeom>
          <a:noFill/>
        </p:spPr>
        <p:txBody>
          <a:bodyPr wrap="none" rtlCol="0">
            <a:spAutoFit/>
          </a:bodyPr>
          <a:lstStyle/>
          <a:p>
            <a:r>
              <a:rPr lang="en-US" b="1" dirty="0">
                <a:solidFill>
                  <a:srgbClr val="FFFFFF"/>
                </a:solidFill>
              </a:rPr>
              <a:t>Cyan</a:t>
            </a:r>
            <a:r>
              <a:rPr lang="en-US" b="1" i="0" dirty="0">
                <a:solidFill>
                  <a:srgbClr val="FFFFFF"/>
                </a:solidFill>
                <a:effectLst/>
              </a:rPr>
              <a:t> 60</a:t>
            </a:r>
            <a:endParaRPr lang="en-US" b="1" dirty="0">
              <a:solidFill>
                <a:srgbClr val="FFFFFF"/>
              </a:solidFill>
            </a:endParaRPr>
          </a:p>
        </p:txBody>
      </p:sp>
      <p:sp>
        <p:nvSpPr>
          <p:cNvPr id="24" name="Rectangle 23"/>
          <p:cNvSpPr/>
          <p:nvPr userDrawn="1"/>
        </p:nvSpPr>
        <p:spPr>
          <a:xfrm>
            <a:off x="19512379" y="2712316"/>
            <a:ext cx="1267863" cy="1267862"/>
          </a:xfrm>
          <a:prstGeom prst="rect">
            <a:avLst/>
          </a:prstGeom>
          <a:solidFill>
            <a:srgbClr val="121619"/>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bg2"/>
                </a:solidFill>
                <a:latin typeface="IBM Plex Sans" panose="020B0503050203000203" pitchFamily="34" charset="0"/>
              </a:rPr>
              <a:t>Icon</a:t>
            </a:r>
            <a:endParaRPr lang="en-US" dirty="0">
              <a:solidFill>
                <a:schemeClr val="bg2"/>
              </a:solidFill>
              <a:latin typeface="IBM Plex Sans" panose="020B0503050203000203" pitchFamily="34" charset="0"/>
            </a:endParaRPr>
          </a:p>
          <a:p>
            <a:pPr algn="ctr"/>
            <a:r>
              <a:rPr lang="en-US" dirty="0">
                <a:solidFill>
                  <a:schemeClr val="bg2"/>
                </a:solidFill>
                <a:latin typeface="IBM Plex Sans" panose="020B0503050203000203" pitchFamily="34" charset="0"/>
              </a:rPr>
              <a:t>#</a:t>
            </a:r>
            <a:r>
              <a:rPr lang="en-US" b="0" i="0" dirty="0">
                <a:solidFill>
                  <a:srgbClr val="FFFFFF"/>
                </a:solidFill>
                <a:effectLst/>
                <a:latin typeface="IBM Plex Mono" panose="020B0509050203000203" pitchFamily="49" charset="0"/>
              </a:rPr>
              <a:t>000000</a:t>
            </a:r>
            <a:endParaRPr lang="en-US" dirty="0">
              <a:solidFill>
                <a:schemeClr val="bg2"/>
              </a:solidFill>
              <a:latin typeface="IBM Plex Sans" panose="020B0503050203000203" pitchFamily="34" charset="0"/>
            </a:endParaRPr>
          </a:p>
        </p:txBody>
      </p:sp>
      <p:sp>
        <p:nvSpPr>
          <p:cNvPr id="25" name="Rectangle 24"/>
          <p:cNvSpPr/>
          <p:nvPr userDrawn="1"/>
        </p:nvSpPr>
        <p:spPr>
          <a:xfrm>
            <a:off x="19510690" y="4403963"/>
            <a:ext cx="1264019" cy="1264018"/>
          </a:xfrm>
          <a:prstGeom prst="rect">
            <a:avLst/>
          </a:prstGeom>
          <a:solidFill>
            <a:srgbClr val="FFFF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rgbClr val="262626"/>
                </a:solidFill>
                <a:latin typeface="IBM Plex Sans" panose="020B0503050203000203" pitchFamily="34" charset="0"/>
              </a:rPr>
              <a:t>Icon</a:t>
            </a:r>
            <a:endParaRPr lang="en-US" dirty="0">
              <a:solidFill>
                <a:srgbClr val="262626"/>
              </a:solidFill>
              <a:latin typeface="IBM Plex Sans" panose="020B0503050203000203" pitchFamily="34" charset="0"/>
            </a:endParaRPr>
          </a:p>
          <a:p>
            <a:pPr algn="ctr"/>
            <a:r>
              <a:rPr lang="en-US" dirty="0">
                <a:solidFill>
                  <a:srgbClr val="262626"/>
                </a:solidFill>
                <a:latin typeface="IBM Plex Sans" panose="020B0503050203000203" pitchFamily="34" charset="0"/>
              </a:rPr>
              <a:t>#</a:t>
            </a:r>
            <a:r>
              <a:rPr lang="en-US" b="0" i="0" dirty="0">
                <a:solidFill>
                  <a:srgbClr val="262626"/>
                </a:solidFill>
                <a:effectLst/>
                <a:latin typeface="IBM Plex Mono" panose="020B0509050203000203" pitchFamily="49" charset="0"/>
              </a:rPr>
              <a:t>FFFFFF</a:t>
            </a:r>
            <a:endParaRPr lang="en-US" dirty="0">
              <a:solidFill>
                <a:srgbClr val="262626"/>
              </a:solidFill>
              <a:latin typeface="IBM Plex Sans" panose="020B0503050203000203" pitchFamily="34" charset="0"/>
            </a:endParaRPr>
          </a:p>
        </p:txBody>
      </p:sp>
      <p:sp>
        <p:nvSpPr>
          <p:cNvPr id="26" name="Rectangle 25"/>
          <p:cNvSpPr/>
          <p:nvPr userDrawn="1"/>
        </p:nvSpPr>
        <p:spPr>
          <a:xfrm>
            <a:off x="12625444" y="1072749"/>
            <a:ext cx="1235879" cy="1235878"/>
          </a:xfrm>
          <a:prstGeom prst="rect">
            <a:avLst/>
          </a:prstGeom>
          <a:solidFill>
            <a:srgbClr val="F6F2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#F6F2FF</a:t>
            </a:r>
            <a:endParaRPr lang="en-US" dirty="0">
              <a:solidFill>
                <a:srgbClr val="262626"/>
              </a:solidFill>
              <a:latin typeface="IBM Plex Sans" panose="020B0503050203000203" pitchFamily="34" charset="0"/>
            </a:endParaRPr>
          </a:p>
        </p:txBody>
      </p:sp>
      <p:sp>
        <p:nvSpPr>
          <p:cNvPr id="27" name="Rectangle 26"/>
          <p:cNvSpPr/>
          <p:nvPr userDrawn="1"/>
        </p:nvSpPr>
        <p:spPr>
          <a:xfrm>
            <a:off x="18071881" y="1072749"/>
            <a:ext cx="1235879" cy="1235878"/>
          </a:xfrm>
          <a:prstGeom prst="rect">
            <a:avLst/>
          </a:prstGeom>
          <a:solidFill>
            <a:srgbClr val="E5F6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#E5F6FF</a:t>
            </a:r>
            <a:endParaRPr lang="en-US" dirty="0">
              <a:solidFill>
                <a:srgbClr val="262626"/>
              </a:solidFill>
              <a:latin typeface="IBM Plex Sans" panose="020B0503050203000203" pitchFamily="34" charset="0"/>
            </a:endParaRPr>
          </a:p>
        </p:txBody>
      </p:sp>
      <p:sp>
        <p:nvSpPr>
          <p:cNvPr id="28" name="Rectangle 27"/>
          <p:cNvSpPr/>
          <p:nvPr userDrawn="1"/>
        </p:nvSpPr>
        <p:spPr>
          <a:xfrm>
            <a:off x="14440923" y="1072749"/>
            <a:ext cx="1235879" cy="1235878"/>
          </a:xfrm>
          <a:prstGeom prst="rect">
            <a:avLst/>
          </a:prstGeom>
          <a:solidFill>
            <a:srgbClr val="FFF0F7"/>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#FFF0F7</a:t>
            </a:r>
            <a:endParaRPr lang="en-US" dirty="0">
              <a:solidFill>
                <a:srgbClr val="262626"/>
              </a:solidFill>
              <a:latin typeface="IBM Plex Sans" panose="020B0503050203000203" pitchFamily="34" charset="0"/>
            </a:endParaRPr>
          </a:p>
        </p:txBody>
      </p:sp>
      <p:sp>
        <p:nvSpPr>
          <p:cNvPr id="29" name="Rectangle 28"/>
          <p:cNvSpPr/>
          <p:nvPr userDrawn="1"/>
        </p:nvSpPr>
        <p:spPr>
          <a:xfrm>
            <a:off x="16256402" y="1072749"/>
            <a:ext cx="1235879" cy="1235878"/>
          </a:xfrm>
          <a:prstGeom prst="rect">
            <a:avLst/>
          </a:prstGeom>
          <a:solidFill>
            <a:srgbClr val="D9FBFB"/>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#D9FBFB</a:t>
            </a:r>
            <a:endParaRPr lang="en-US" dirty="0">
              <a:solidFill>
                <a:srgbClr val="262626"/>
              </a:solidFill>
              <a:latin typeface="IBM Plex Sans" panose="020B0503050203000203" pitchFamily="34" charset="0"/>
            </a:endParaRPr>
          </a:p>
        </p:txBody>
      </p:sp>
      <p:sp>
        <p:nvSpPr>
          <p:cNvPr id="30" name="TextBox 29"/>
          <p:cNvSpPr txBox="1"/>
          <p:nvPr userDrawn="1"/>
        </p:nvSpPr>
        <p:spPr>
          <a:xfrm>
            <a:off x="12602453" y="2256868"/>
            <a:ext cx="1237839" cy="369332"/>
          </a:xfrm>
          <a:prstGeom prst="rect">
            <a:avLst/>
          </a:prstGeom>
          <a:noFill/>
        </p:spPr>
        <p:txBody>
          <a:bodyPr wrap="none" rtlCol="0">
            <a:spAutoFit/>
          </a:bodyPr>
          <a:lstStyle/>
          <a:p>
            <a:r>
              <a:rPr lang="en-US" b="1" i="0" dirty="0">
                <a:solidFill>
                  <a:srgbClr val="FFFFFF"/>
                </a:solidFill>
                <a:effectLst/>
              </a:rPr>
              <a:t>Purple 10</a:t>
            </a:r>
            <a:endParaRPr lang="en-US" b="1" dirty="0">
              <a:solidFill>
                <a:srgbClr val="FFFFFF"/>
              </a:solidFill>
            </a:endParaRPr>
          </a:p>
        </p:txBody>
      </p:sp>
      <p:sp>
        <p:nvSpPr>
          <p:cNvPr id="31" name="TextBox 30"/>
          <p:cNvSpPr txBox="1"/>
          <p:nvPr userDrawn="1"/>
        </p:nvSpPr>
        <p:spPr>
          <a:xfrm>
            <a:off x="14334144" y="2256868"/>
            <a:ext cx="1449436" cy="369332"/>
          </a:xfrm>
          <a:prstGeom prst="rect">
            <a:avLst/>
          </a:prstGeom>
          <a:noFill/>
        </p:spPr>
        <p:txBody>
          <a:bodyPr wrap="none" rtlCol="0">
            <a:spAutoFit/>
          </a:bodyPr>
          <a:lstStyle/>
          <a:p>
            <a:r>
              <a:rPr lang="en-US" b="1" dirty="0">
                <a:solidFill>
                  <a:srgbClr val="FFFFFF"/>
                </a:solidFill>
              </a:rPr>
              <a:t>Magenta</a:t>
            </a:r>
            <a:r>
              <a:rPr lang="en-US" b="1" i="0" dirty="0">
                <a:solidFill>
                  <a:srgbClr val="FFFFFF"/>
                </a:solidFill>
                <a:effectLst/>
              </a:rPr>
              <a:t> 10</a:t>
            </a:r>
            <a:endParaRPr lang="en-US" b="1" dirty="0">
              <a:solidFill>
                <a:srgbClr val="FFFFFF"/>
              </a:solidFill>
            </a:endParaRPr>
          </a:p>
        </p:txBody>
      </p:sp>
      <p:sp>
        <p:nvSpPr>
          <p:cNvPr id="32" name="TextBox 31"/>
          <p:cNvSpPr txBox="1"/>
          <p:nvPr userDrawn="1"/>
        </p:nvSpPr>
        <p:spPr>
          <a:xfrm>
            <a:off x="16404771" y="2256868"/>
            <a:ext cx="966355" cy="369332"/>
          </a:xfrm>
          <a:prstGeom prst="rect">
            <a:avLst/>
          </a:prstGeom>
          <a:noFill/>
        </p:spPr>
        <p:txBody>
          <a:bodyPr wrap="none" rtlCol="0">
            <a:spAutoFit/>
          </a:bodyPr>
          <a:lstStyle/>
          <a:p>
            <a:r>
              <a:rPr lang="en-US" b="1" dirty="0">
                <a:solidFill>
                  <a:srgbClr val="FFFFFF"/>
                </a:solidFill>
              </a:rPr>
              <a:t>Teal</a:t>
            </a:r>
            <a:r>
              <a:rPr lang="en-US" b="1" i="0" dirty="0">
                <a:solidFill>
                  <a:srgbClr val="FFFFFF"/>
                </a:solidFill>
                <a:effectLst/>
              </a:rPr>
              <a:t> 10</a:t>
            </a:r>
            <a:endParaRPr lang="en-US" b="1" dirty="0">
              <a:solidFill>
                <a:srgbClr val="FFFFFF"/>
              </a:solidFill>
            </a:endParaRPr>
          </a:p>
        </p:txBody>
      </p:sp>
      <p:sp>
        <p:nvSpPr>
          <p:cNvPr id="33" name="TextBox 32"/>
          <p:cNvSpPr txBox="1"/>
          <p:nvPr userDrawn="1"/>
        </p:nvSpPr>
        <p:spPr>
          <a:xfrm>
            <a:off x="18206642" y="2256868"/>
            <a:ext cx="1055097" cy="369332"/>
          </a:xfrm>
          <a:prstGeom prst="rect">
            <a:avLst/>
          </a:prstGeom>
          <a:noFill/>
        </p:spPr>
        <p:txBody>
          <a:bodyPr wrap="none" rtlCol="0">
            <a:spAutoFit/>
          </a:bodyPr>
          <a:lstStyle/>
          <a:p>
            <a:r>
              <a:rPr lang="en-US" b="1" dirty="0">
                <a:solidFill>
                  <a:srgbClr val="FFFFFF"/>
                </a:solidFill>
              </a:rPr>
              <a:t>Cyan</a:t>
            </a:r>
            <a:r>
              <a:rPr lang="en-US" b="1" i="0" dirty="0">
                <a:solidFill>
                  <a:srgbClr val="FFFFFF"/>
                </a:solidFill>
                <a:effectLst/>
              </a:rPr>
              <a:t> 10</a:t>
            </a:r>
            <a:endParaRPr lang="en-US" b="1" dirty="0">
              <a:solidFill>
                <a:srgbClr val="FFFFFF"/>
              </a:solidFill>
            </a:endParaRPr>
          </a:p>
        </p:txBody>
      </p:sp>
      <p:sp>
        <p:nvSpPr>
          <p:cNvPr id="34" name="Rectangle 33"/>
          <p:cNvSpPr/>
          <p:nvPr userDrawn="1"/>
        </p:nvSpPr>
        <p:spPr>
          <a:xfrm>
            <a:off x="16222135" y="-2341897"/>
            <a:ext cx="1267863" cy="1267862"/>
          </a:xfrm>
          <a:prstGeom prst="rect">
            <a:avLst/>
          </a:prstGeom>
          <a:solidFill>
            <a:srgbClr val="C1C7CD"/>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endParaRPr lang="en-US" dirty="0">
              <a:solidFill>
                <a:schemeClr val="tx1"/>
              </a:solidFill>
              <a:latin typeface="IBM Plex Sans" panose="020B0503050203000203" pitchFamily="34" charset="0"/>
            </a:endParaRPr>
          </a:p>
          <a:p>
            <a:pPr algn="ctr"/>
            <a:r>
              <a:rPr lang="en-US" dirty="0">
                <a:solidFill>
                  <a:schemeClr val="tx1"/>
                </a:solidFill>
                <a:latin typeface="IBM Plex Sans" panose="020B0503050203000203" pitchFamily="34" charset="0"/>
              </a:rPr>
              <a:t>#C1C7CD</a:t>
            </a:r>
            <a:endParaRPr lang="en-US" dirty="0">
              <a:solidFill>
                <a:schemeClr val="tx1"/>
              </a:solidFill>
              <a:latin typeface="IBM Plex Sans" panose="020B0503050203000203" pitchFamily="34" charset="0"/>
            </a:endParaRPr>
          </a:p>
        </p:txBody>
      </p:sp>
      <p:sp>
        <p:nvSpPr>
          <p:cNvPr id="37" name="Rectangle 36"/>
          <p:cNvSpPr/>
          <p:nvPr userDrawn="1"/>
        </p:nvSpPr>
        <p:spPr>
          <a:xfrm>
            <a:off x="16222135" y="-801901"/>
            <a:ext cx="1267863" cy="1267862"/>
          </a:xfrm>
          <a:prstGeom prst="rect">
            <a:avLst/>
          </a:prstGeom>
          <a:solidFill>
            <a:srgbClr val="F2F4F8"/>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endParaRPr lang="en-US" dirty="0">
              <a:solidFill>
                <a:schemeClr val="tx1"/>
              </a:solidFill>
              <a:latin typeface="IBM Plex Sans" panose="020B0503050203000203" pitchFamily="34" charset="0"/>
            </a:endParaRPr>
          </a:p>
          <a:p>
            <a:pPr algn="ctr"/>
            <a:r>
              <a:rPr lang="en-US" dirty="0">
                <a:solidFill>
                  <a:schemeClr val="tx1"/>
                </a:solidFill>
                <a:latin typeface="IBM Plex Sans" panose="020B0503050203000203" pitchFamily="34" charset="0"/>
              </a:rPr>
              <a:t>#F2F4F8</a:t>
            </a:r>
            <a:endParaRPr lang="en-US" dirty="0">
              <a:solidFill>
                <a:schemeClr val="tx1"/>
              </a:solidFill>
              <a:latin typeface="IBM Plex Sans" panose="020B0503050203000203" pitchFamily="34" charset="0"/>
            </a:endParaRPr>
          </a:p>
        </p:txBody>
      </p:sp>
      <p:sp>
        <p:nvSpPr>
          <p:cNvPr id="38" name="Rectangle 37"/>
          <p:cNvSpPr/>
          <p:nvPr userDrawn="1"/>
        </p:nvSpPr>
        <p:spPr>
          <a:xfrm>
            <a:off x="14397282" y="-2352139"/>
            <a:ext cx="1267863" cy="1267862"/>
          </a:xfrm>
          <a:prstGeom prst="rect">
            <a:avLst/>
          </a:prstGeom>
          <a:solidFill>
            <a:srgbClr val="BE95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endParaRPr lang="en-US" dirty="0">
              <a:solidFill>
                <a:schemeClr val="tx1"/>
              </a:solidFill>
              <a:latin typeface="IBM Plex Sans" panose="020B0503050203000203" pitchFamily="34" charset="0"/>
            </a:endParaRPr>
          </a:p>
          <a:p>
            <a:pPr algn="ctr"/>
            <a:r>
              <a:rPr lang="en-US" dirty="0">
                <a:solidFill>
                  <a:schemeClr val="tx1"/>
                </a:solidFill>
                <a:latin typeface="IBM Plex Sans" panose="020B0503050203000203" pitchFamily="34" charset="0"/>
              </a:rPr>
              <a:t>#BE95FF</a:t>
            </a:r>
            <a:endParaRPr lang="en-US" dirty="0">
              <a:solidFill>
                <a:schemeClr val="tx1"/>
              </a:solidFill>
              <a:latin typeface="IBM Plex Sans" panose="020B0503050203000203" pitchFamily="34" charset="0"/>
            </a:endParaRPr>
          </a:p>
        </p:txBody>
      </p:sp>
      <p:sp>
        <p:nvSpPr>
          <p:cNvPr id="39" name="Rectangle 38"/>
          <p:cNvSpPr/>
          <p:nvPr userDrawn="1"/>
        </p:nvSpPr>
        <p:spPr>
          <a:xfrm>
            <a:off x="14397282" y="-812143"/>
            <a:ext cx="1267863" cy="1267862"/>
          </a:xfrm>
          <a:prstGeom prst="rect">
            <a:avLst/>
          </a:prstGeom>
          <a:solidFill>
            <a:srgbClr val="33B1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endParaRPr lang="en-US" dirty="0">
              <a:solidFill>
                <a:schemeClr val="tx1"/>
              </a:solidFill>
              <a:latin typeface="IBM Plex Sans" panose="020B0503050203000203" pitchFamily="34" charset="0"/>
            </a:endParaRPr>
          </a:p>
          <a:p>
            <a:pPr algn="ctr"/>
            <a:r>
              <a:rPr lang="en-US" dirty="0">
                <a:solidFill>
                  <a:schemeClr val="tx1"/>
                </a:solidFill>
                <a:latin typeface="IBM Plex Sans" panose="020B0503050203000203" pitchFamily="34" charset="0"/>
              </a:rPr>
              <a:t>#33B1FF</a:t>
            </a:r>
            <a:endParaRPr lang="en-US" dirty="0">
              <a:solidFill>
                <a:schemeClr val="tx1"/>
              </a:solidFill>
              <a:latin typeface="IBM Plex Sans" panose="020B0503050203000203" pitchFamily="34" charset="0"/>
            </a:endParaRPr>
          </a:p>
        </p:txBody>
      </p:sp>
      <p:sp>
        <p:nvSpPr>
          <p:cNvPr id="42" name="Rectangle 41"/>
          <p:cNvSpPr/>
          <p:nvPr userDrawn="1"/>
        </p:nvSpPr>
        <p:spPr>
          <a:xfrm>
            <a:off x="12572429" y="-2309174"/>
            <a:ext cx="1267863" cy="1267862"/>
          </a:xfrm>
          <a:prstGeom prst="rect">
            <a:avLst/>
          </a:prstGeom>
          <a:solidFill>
            <a:srgbClr val="08BDBA"/>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endParaRPr lang="en-US" dirty="0">
              <a:solidFill>
                <a:schemeClr val="tx1"/>
              </a:solidFill>
              <a:latin typeface="IBM Plex Sans" panose="020B0503050203000203" pitchFamily="34" charset="0"/>
            </a:endParaRPr>
          </a:p>
          <a:p>
            <a:pPr algn="ctr"/>
            <a:r>
              <a:rPr lang="en-US" dirty="0">
                <a:solidFill>
                  <a:schemeClr val="tx1"/>
                </a:solidFill>
                <a:latin typeface="IBM Plex Sans" panose="020B0503050203000203" pitchFamily="34" charset="0"/>
              </a:rPr>
              <a:t>#08BDBA</a:t>
            </a:r>
            <a:endParaRPr lang="en-US" dirty="0">
              <a:solidFill>
                <a:schemeClr val="tx1"/>
              </a:solidFill>
              <a:latin typeface="IBM Plex Sans" panose="020B0503050203000203" pitchFamily="34" charset="0"/>
            </a:endParaRPr>
          </a:p>
        </p:txBody>
      </p:sp>
      <p:sp>
        <p:nvSpPr>
          <p:cNvPr id="43" name="Rectangle 42"/>
          <p:cNvSpPr/>
          <p:nvPr userDrawn="1"/>
        </p:nvSpPr>
        <p:spPr>
          <a:xfrm>
            <a:off x="12572429" y="-769178"/>
            <a:ext cx="1267863" cy="1267862"/>
          </a:xfrm>
          <a:prstGeom prst="rect">
            <a:avLst/>
          </a:prstGeom>
          <a:solidFill>
            <a:srgbClr val="78A9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endParaRPr lang="en-US" dirty="0">
              <a:solidFill>
                <a:schemeClr val="tx1"/>
              </a:solidFill>
              <a:latin typeface="IBM Plex Sans" panose="020B0503050203000203" pitchFamily="34" charset="0"/>
            </a:endParaRPr>
          </a:p>
          <a:p>
            <a:pPr algn="ctr"/>
            <a:r>
              <a:rPr lang="en-US" dirty="0">
                <a:solidFill>
                  <a:schemeClr val="tx1"/>
                </a:solidFill>
                <a:latin typeface="IBM Plex Sans" panose="020B0503050203000203" pitchFamily="34" charset="0"/>
              </a:rPr>
              <a:t>#78A9FF</a:t>
            </a:r>
            <a:endParaRPr lang="en-US" dirty="0">
              <a:solidFill>
                <a:schemeClr val="tx1"/>
              </a:solidFill>
              <a:latin typeface="IBM Plex Sans" panose="020B0503050203000203" pitchFamily="34" charset="0"/>
            </a:endParaRPr>
          </a:p>
        </p:txBody>
      </p:sp>
      <p:sp>
        <p:nvSpPr>
          <p:cNvPr id="46" name="Rectangle 45"/>
          <p:cNvSpPr/>
          <p:nvPr userDrawn="1"/>
        </p:nvSpPr>
        <p:spPr>
          <a:xfrm>
            <a:off x="17993876" y="-2309174"/>
            <a:ext cx="1267863" cy="1267862"/>
          </a:xfrm>
          <a:prstGeom prst="rect">
            <a:avLst/>
          </a:prstGeom>
          <a:solidFill>
            <a:srgbClr val="525252"/>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bg2"/>
                </a:solidFill>
                <a:latin typeface="IBM Plex Sans" panose="020B0503050203000203" pitchFamily="34" charset="0"/>
              </a:rPr>
              <a:t>Labels</a:t>
            </a:r>
            <a:endParaRPr lang="en-US" dirty="0">
              <a:solidFill>
                <a:schemeClr val="bg2"/>
              </a:solidFill>
              <a:latin typeface="IBM Plex Sans" panose="020B0503050203000203" pitchFamily="34" charset="0"/>
            </a:endParaRPr>
          </a:p>
          <a:p>
            <a:pPr algn="ctr"/>
            <a:r>
              <a:rPr lang="en-US" dirty="0">
                <a:solidFill>
                  <a:schemeClr val="bg2"/>
                </a:solidFill>
                <a:latin typeface="IBM Plex Sans" panose="020B0503050203000203" pitchFamily="34" charset="0"/>
              </a:rPr>
              <a:t>#525252</a:t>
            </a:r>
            <a:endParaRPr lang="en-US" dirty="0">
              <a:solidFill>
                <a:schemeClr val="bg2"/>
              </a:solidFill>
              <a:latin typeface="IBM Plex Sans" panose="020B0503050203000203" pitchFamily="34" charset="0"/>
            </a:endParaRPr>
          </a:p>
        </p:txBody>
      </p:sp>
      <p:sp>
        <p:nvSpPr>
          <p:cNvPr id="47" name="Rectangle 46"/>
          <p:cNvSpPr/>
          <p:nvPr userDrawn="1"/>
        </p:nvSpPr>
        <p:spPr>
          <a:xfrm>
            <a:off x="17993875" y="-812143"/>
            <a:ext cx="1267863" cy="1267862"/>
          </a:xfrm>
          <a:prstGeom prst="rect">
            <a:avLst/>
          </a:prstGeom>
          <a:solidFill>
            <a:srgbClr val="262626"/>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bg2"/>
                </a:solidFill>
                <a:latin typeface="IBM Plex Sans" panose="020B0503050203000203" pitchFamily="34" charset="0"/>
              </a:rPr>
              <a:t>Text</a:t>
            </a:r>
            <a:endParaRPr lang="en-US" dirty="0">
              <a:solidFill>
                <a:schemeClr val="bg2"/>
              </a:solidFill>
              <a:latin typeface="IBM Plex Sans" panose="020B0503050203000203" pitchFamily="34" charset="0"/>
            </a:endParaRPr>
          </a:p>
          <a:p>
            <a:pPr algn="ctr"/>
            <a:r>
              <a:rPr lang="en-US" dirty="0">
                <a:solidFill>
                  <a:schemeClr val="bg2"/>
                </a:solidFill>
                <a:latin typeface="IBM Plex Sans" panose="020B0503050203000203" pitchFamily="34" charset="0"/>
              </a:rPr>
              <a:t>#262626</a:t>
            </a:r>
            <a:endParaRPr lang="en-US" dirty="0">
              <a:solidFill>
                <a:schemeClr val="bg2"/>
              </a:solidFill>
              <a:latin typeface="IBM Plex Sans" panose="020B0503050203000203" pitchFamily="34" charset="0"/>
            </a:endParaRPr>
          </a:p>
        </p:txBody>
      </p:sp>
      <p:grpSp>
        <p:nvGrpSpPr>
          <p:cNvPr id="64" name="Group 63"/>
          <p:cNvGrpSpPr/>
          <p:nvPr userDrawn="1"/>
        </p:nvGrpSpPr>
        <p:grpSpPr>
          <a:xfrm>
            <a:off x="11094856" y="6244940"/>
            <a:ext cx="1098532" cy="613059"/>
            <a:chOff x="8965342" y="4231217"/>
            <a:chExt cx="1608171" cy="897474"/>
          </a:xfrm>
        </p:grpSpPr>
        <p:pic>
          <p:nvPicPr>
            <p:cNvPr id="60" name="Graphic 59"/>
            <p:cNvPicPr>
              <a:picLocks noChangeAspect="1"/>
            </p:cNvPicPr>
            <p:nvPr userDrawn="1"/>
          </p:nvPicPr>
          <p:blipFill>
            <a:blip r:embed="rId9">
              <a:extLst>
                <a:ext uri="{96DAC541-7B7A-43D3-8B79-37D633B846F1}">
                  <asvg:svgBlip xmlns:asvg="http://schemas.microsoft.com/office/drawing/2016/SVG/main" r:embed="rId10"/>
                </a:ext>
              </a:extLst>
            </a:blip>
            <a:stretch>
              <a:fillRect/>
            </a:stretch>
          </p:blipFill>
          <p:spPr>
            <a:xfrm>
              <a:off x="9321121" y="4418033"/>
              <a:ext cx="897474" cy="355817"/>
            </a:xfrm>
            <a:prstGeom prst="rect">
              <a:avLst/>
            </a:prstGeom>
          </p:spPr>
        </p:pic>
        <p:pic>
          <p:nvPicPr>
            <p:cNvPr id="61" name="Graphic 60" hidden="1"/>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a:off x="9321121" y="4772874"/>
              <a:ext cx="897474" cy="355817"/>
            </a:xfrm>
            <a:prstGeom prst="rect">
              <a:avLst/>
            </a:prstGeom>
          </p:spPr>
        </p:pic>
        <p:pic>
          <p:nvPicPr>
            <p:cNvPr id="62" name="Graphic 61" hidden="1"/>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rot="16200000">
              <a:off x="9946868" y="4502045"/>
              <a:ext cx="897474" cy="355817"/>
            </a:xfrm>
            <a:prstGeom prst="rect">
              <a:avLst/>
            </a:prstGeom>
          </p:spPr>
        </p:pic>
        <p:pic>
          <p:nvPicPr>
            <p:cNvPr id="63" name="Graphic 62" hidden="1"/>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rot="16200000">
              <a:off x="8694514" y="4502045"/>
              <a:ext cx="897474" cy="355817"/>
            </a:xfrm>
            <a:prstGeom prst="rect">
              <a:avLst/>
            </a:prstGeom>
          </p:spPr>
        </p:pic>
      </p:grpSp>
      <p:pic>
        <p:nvPicPr>
          <p:cNvPr id="66" name="Graphic 65"/>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a:off x="241053" y="6372101"/>
            <a:ext cx="1630680" cy="247650"/>
          </a:xfrm>
          <a:prstGeom prst="rect">
            <a:avLst/>
          </a:prstGeom>
        </p:spPr>
      </p:pic>
      <p:sp>
        <p:nvSpPr>
          <p:cNvPr id="67" name="Rectangle 66" hidden="1"/>
          <p:cNvSpPr/>
          <p:nvPr userDrawn="1"/>
        </p:nvSpPr>
        <p:spPr>
          <a:xfrm>
            <a:off x="-76201" y="6356350"/>
            <a:ext cx="12353925" cy="276797"/>
          </a:xfrm>
          <a:prstGeom prst="rect">
            <a:avLst/>
          </a:prstGeom>
          <a:noFill/>
          <a:ln w="28575">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5"/>
    </p:custData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Lst>
  <p:txStyles>
    <p:titleStyle>
      <a:lvl1pPr algn="l" defTabSz="914400" rtl="0" eaLnBrk="1" latinLnBrk="0" hangingPunct="1">
        <a:lnSpc>
          <a:spcPct val="90000"/>
        </a:lnSpc>
        <a:spcBef>
          <a:spcPct val="0"/>
        </a:spcBef>
        <a:buNone/>
        <a:defRPr sz="4000" b="1" i="0" kern="1200">
          <a:solidFill>
            <a:srgbClr val="525252"/>
          </a:solidFill>
          <a:latin typeface="IBM Plex Sans SemiBold" panose="020B0503050203000203" pitchFamily="34" charset="0"/>
          <a:ea typeface="IBM Plex Sans SemiBold" panose="020B0503050203000203" pitchFamily="34" charset="0"/>
          <a:cs typeface="IBM Plex Sans SemiBold" panose="020B0503050203000203" pitchFamily="34" charset="0"/>
        </a:defRPr>
      </a:lvl1pPr>
    </p:titleStyle>
    <p:bodyStyle>
      <a:lvl1pPr marL="228600" indent="-228600" algn="l" defTabSz="914400" rtl="0" eaLnBrk="1" latinLnBrk="0" hangingPunct="1">
        <a:lnSpc>
          <a:spcPct val="90000"/>
        </a:lnSpc>
        <a:spcBef>
          <a:spcPts val="1000"/>
        </a:spcBef>
        <a:buFont typeface="Arial" panose="020B0604020202020204"/>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a:buChar char="•"/>
        <a:defRPr sz="1800" kern="1200">
          <a:solidFill>
            <a:srgbClr val="262626"/>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a:buChar char="•"/>
        <a:defRPr sz="1800" kern="1200">
          <a:solidFill>
            <a:srgbClr val="262626"/>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47850"/>
            <a:ext cx="10515600" cy="4351338"/>
          </a:xfrm>
          <a:prstGeom prst="rect">
            <a:avLst/>
          </a:prstGeom>
        </p:spPr>
        <p:txBody>
          <a:bodyPr vert="horz" lIns="91440" tIns="45720" rIns="91440" bIns="45720" rtlCol="0">
            <a:normAutofit/>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p:txBody>
      </p:sp>
      <p:pic>
        <p:nvPicPr>
          <p:cNvPr id="12" name="Picture 11" descr="Text, logo&#10;&#10;Description automatically generated"/>
          <p:cNvPicPr>
            <a:picLocks noChangeAspect="1"/>
          </p:cNvPicPr>
          <p:nvPr userDrawn="1"/>
        </p:nvPicPr>
        <p:blipFill rotWithShape="1">
          <a:blip r:embed="rId7">
            <a:alphaModFix amt="5000"/>
            <a:extLst>
              <a:ext uri="{BEBA8EAE-BF5A-486C-A8C5-ECC9F3942E4B}">
                <a14:imgProps xmlns:a14="http://schemas.microsoft.com/office/drawing/2010/main">
                  <a14:imgLayer r:embed="rId8">
                    <a14:imgEffect>
                      <a14:brightnessContrast contrast="-77000"/>
                    </a14:imgEffect>
                    <a14:imgEffect>
                      <a14:saturation sat="155000"/>
                    </a14:imgEffect>
                  </a14:imgLayer>
                </a14:imgProps>
              </a:ext>
            </a:extLst>
          </a:blip>
          <a:srcRect l="-1923" r="70315"/>
          <a:stretch>
            <a:fillRect/>
          </a:stretch>
        </p:blipFill>
        <p:spPr>
          <a:xfrm>
            <a:off x="3345127" y="1418811"/>
            <a:ext cx="5501746" cy="4826130"/>
          </a:xfrm>
          <a:prstGeom prst="rect">
            <a:avLst/>
          </a:prstGeom>
        </p:spPr>
      </p:pic>
      <p:sp>
        <p:nvSpPr>
          <p:cNvPr id="4" name="Rectangle 3"/>
          <p:cNvSpPr/>
          <p:nvPr userDrawn="1"/>
        </p:nvSpPr>
        <p:spPr>
          <a:xfrm>
            <a:off x="12625444" y="2728308"/>
            <a:ext cx="1235879" cy="1235878"/>
          </a:xfrm>
          <a:prstGeom prst="rect">
            <a:avLst/>
          </a:prstGeom>
          <a:solidFill>
            <a:srgbClr val="BE95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#BE95FF</a:t>
            </a:r>
            <a:endParaRPr lang="en-US" dirty="0">
              <a:solidFill>
                <a:srgbClr val="262626"/>
              </a:solidFill>
              <a:latin typeface="IBM Plex Sans" panose="020B0503050203000203" pitchFamily="34" charset="0"/>
            </a:endParaRPr>
          </a:p>
        </p:txBody>
      </p:sp>
      <p:sp>
        <p:nvSpPr>
          <p:cNvPr id="5" name="Rectangle 4"/>
          <p:cNvSpPr/>
          <p:nvPr userDrawn="1"/>
        </p:nvSpPr>
        <p:spPr>
          <a:xfrm>
            <a:off x="18071881" y="2728308"/>
            <a:ext cx="1235879" cy="1235878"/>
          </a:xfrm>
          <a:prstGeom prst="rect">
            <a:avLst/>
          </a:prstGeom>
          <a:solidFill>
            <a:srgbClr val="33B1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#33B1FF</a:t>
            </a:r>
            <a:endParaRPr lang="en-US" dirty="0">
              <a:solidFill>
                <a:srgbClr val="262626"/>
              </a:solidFill>
              <a:latin typeface="IBM Plex Sans" panose="020B0503050203000203" pitchFamily="34" charset="0"/>
            </a:endParaRPr>
          </a:p>
        </p:txBody>
      </p:sp>
      <p:sp>
        <p:nvSpPr>
          <p:cNvPr id="6" name="Rectangle 5"/>
          <p:cNvSpPr/>
          <p:nvPr userDrawn="1"/>
        </p:nvSpPr>
        <p:spPr>
          <a:xfrm>
            <a:off x="14440923" y="2728308"/>
            <a:ext cx="1235879" cy="1235878"/>
          </a:xfrm>
          <a:prstGeom prst="rect">
            <a:avLst/>
          </a:prstGeom>
          <a:solidFill>
            <a:srgbClr val="FF7EB6"/>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#FF7EB6</a:t>
            </a:r>
            <a:endParaRPr lang="en-US" dirty="0">
              <a:solidFill>
                <a:srgbClr val="262626"/>
              </a:solidFill>
              <a:latin typeface="IBM Plex Sans" panose="020B0503050203000203" pitchFamily="34" charset="0"/>
            </a:endParaRPr>
          </a:p>
        </p:txBody>
      </p:sp>
      <p:sp>
        <p:nvSpPr>
          <p:cNvPr id="9" name="Rectangle 8"/>
          <p:cNvSpPr/>
          <p:nvPr userDrawn="1"/>
        </p:nvSpPr>
        <p:spPr>
          <a:xfrm>
            <a:off x="16256402" y="2728308"/>
            <a:ext cx="1235879" cy="1235878"/>
          </a:xfrm>
          <a:prstGeom prst="rect">
            <a:avLst/>
          </a:prstGeom>
          <a:solidFill>
            <a:srgbClr val="08BDBA"/>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#08BDBA</a:t>
            </a:r>
            <a:endParaRPr lang="en-US" dirty="0">
              <a:solidFill>
                <a:srgbClr val="262626"/>
              </a:solidFill>
              <a:latin typeface="IBM Plex Sans" panose="020B0503050203000203" pitchFamily="34" charset="0"/>
            </a:endParaRPr>
          </a:p>
        </p:txBody>
      </p:sp>
      <p:sp>
        <p:nvSpPr>
          <p:cNvPr id="10" name="TextBox 9"/>
          <p:cNvSpPr txBox="1"/>
          <p:nvPr userDrawn="1"/>
        </p:nvSpPr>
        <p:spPr>
          <a:xfrm>
            <a:off x="12602453" y="3912427"/>
            <a:ext cx="1237839" cy="369332"/>
          </a:xfrm>
          <a:prstGeom prst="rect">
            <a:avLst/>
          </a:prstGeom>
          <a:noFill/>
        </p:spPr>
        <p:txBody>
          <a:bodyPr wrap="none" rtlCol="0">
            <a:spAutoFit/>
          </a:bodyPr>
          <a:lstStyle/>
          <a:p>
            <a:r>
              <a:rPr lang="en-US" b="1" i="0" dirty="0">
                <a:solidFill>
                  <a:srgbClr val="FFFFFF"/>
                </a:solidFill>
                <a:effectLst/>
              </a:rPr>
              <a:t>Purple 40</a:t>
            </a:r>
            <a:endParaRPr lang="en-US" b="1" dirty="0">
              <a:solidFill>
                <a:srgbClr val="FFFFFF"/>
              </a:solidFill>
            </a:endParaRPr>
          </a:p>
        </p:txBody>
      </p:sp>
      <p:sp>
        <p:nvSpPr>
          <p:cNvPr id="13" name="TextBox 12"/>
          <p:cNvSpPr txBox="1"/>
          <p:nvPr userDrawn="1"/>
        </p:nvSpPr>
        <p:spPr>
          <a:xfrm>
            <a:off x="14334144" y="3912427"/>
            <a:ext cx="1449436" cy="369332"/>
          </a:xfrm>
          <a:prstGeom prst="rect">
            <a:avLst/>
          </a:prstGeom>
          <a:noFill/>
        </p:spPr>
        <p:txBody>
          <a:bodyPr wrap="none" rtlCol="0">
            <a:spAutoFit/>
          </a:bodyPr>
          <a:lstStyle/>
          <a:p>
            <a:r>
              <a:rPr lang="en-US" b="1" dirty="0">
                <a:solidFill>
                  <a:srgbClr val="FFFFFF"/>
                </a:solidFill>
              </a:rPr>
              <a:t>Magenta</a:t>
            </a:r>
            <a:r>
              <a:rPr lang="en-US" b="1" i="0" dirty="0">
                <a:solidFill>
                  <a:srgbClr val="FFFFFF"/>
                </a:solidFill>
                <a:effectLst/>
              </a:rPr>
              <a:t> 40</a:t>
            </a:r>
            <a:endParaRPr lang="en-US" b="1" dirty="0">
              <a:solidFill>
                <a:srgbClr val="FFFFFF"/>
              </a:solidFill>
            </a:endParaRPr>
          </a:p>
        </p:txBody>
      </p:sp>
      <p:sp>
        <p:nvSpPr>
          <p:cNvPr id="14" name="TextBox 13"/>
          <p:cNvSpPr txBox="1"/>
          <p:nvPr userDrawn="1"/>
        </p:nvSpPr>
        <p:spPr>
          <a:xfrm>
            <a:off x="16404771" y="3912427"/>
            <a:ext cx="966355" cy="369332"/>
          </a:xfrm>
          <a:prstGeom prst="rect">
            <a:avLst/>
          </a:prstGeom>
          <a:noFill/>
        </p:spPr>
        <p:txBody>
          <a:bodyPr wrap="none" rtlCol="0">
            <a:spAutoFit/>
          </a:bodyPr>
          <a:lstStyle/>
          <a:p>
            <a:r>
              <a:rPr lang="en-US" b="1" dirty="0">
                <a:solidFill>
                  <a:srgbClr val="FFFFFF"/>
                </a:solidFill>
              </a:rPr>
              <a:t>Teal</a:t>
            </a:r>
            <a:r>
              <a:rPr lang="en-US" b="1" i="0" dirty="0">
                <a:solidFill>
                  <a:srgbClr val="FFFFFF"/>
                </a:solidFill>
                <a:effectLst/>
              </a:rPr>
              <a:t> 40</a:t>
            </a:r>
            <a:endParaRPr lang="en-US" b="1" dirty="0">
              <a:solidFill>
                <a:srgbClr val="FFFFFF"/>
              </a:solidFill>
            </a:endParaRPr>
          </a:p>
        </p:txBody>
      </p:sp>
      <p:sp>
        <p:nvSpPr>
          <p:cNvPr id="15" name="TextBox 14"/>
          <p:cNvSpPr txBox="1"/>
          <p:nvPr userDrawn="1"/>
        </p:nvSpPr>
        <p:spPr>
          <a:xfrm>
            <a:off x="18206642" y="3912427"/>
            <a:ext cx="1055097" cy="369332"/>
          </a:xfrm>
          <a:prstGeom prst="rect">
            <a:avLst/>
          </a:prstGeom>
          <a:noFill/>
        </p:spPr>
        <p:txBody>
          <a:bodyPr wrap="none" rtlCol="0">
            <a:spAutoFit/>
          </a:bodyPr>
          <a:lstStyle/>
          <a:p>
            <a:r>
              <a:rPr lang="en-US" b="1" dirty="0">
                <a:solidFill>
                  <a:srgbClr val="FFFFFF"/>
                </a:solidFill>
              </a:rPr>
              <a:t>Cyan</a:t>
            </a:r>
            <a:r>
              <a:rPr lang="en-US" b="1" i="0" dirty="0">
                <a:solidFill>
                  <a:srgbClr val="FFFFFF"/>
                </a:solidFill>
                <a:effectLst/>
              </a:rPr>
              <a:t> 40</a:t>
            </a:r>
            <a:endParaRPr lang="en-US" b="1" dirty="0">
              <a:solidFill>
                <a:srgbClr val="FFFFFF"/>
              </a:solidFill>
            </a:endParaRPr>
          </a:p>
        </p:txBody>
      </p:sp>
      <p:sp>
        <p:nvSpPr>
          <p:cNvPr id="16" name="Rectangle 15"/>
          <p:cNvSpPr/>
          <p:nvPr userDrawn="1"/>
        </p:nvSpPr>
        <p:spPr>
          <a:xfrm>
            <a:off x="12625444" y="4418033"/>
            <a:ext cx="1235879" cy="1235878"/>
          </a:xfrm>
          <a:prstGeom prst="rect">
            <a:avLst/>
          </a:prstGeom>
          <a:solidFill>
            <a:srgbClr val="8A3FFC"/>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latin typeface="IBM Plex Sans" panose="020B0503050203000203" pitchFamily="34" charset="0"/>
              </a:rPr>
              <a:t>#8A3FFC</a:t>
            </a:r>
            <a:endParaRPr lang="en-US" dirty="0">
              <a:solidFill>
                <a:schemeClr val="bg2"/>
              </a:solidFill>
              <a:latin typeface="IBM Plex Sans" panose="020B0503050203000203" pitchFamily="34" charset="0"/>
            </a:endParaRPr>
          </a:p>
        </p:txBody>
      </p:sp>
      <p:sp>
        <p:nvSpPr>
          <p:cNvPr id="17" name="Rectangle 16"/>
          <p:cNvSpPr/>
          <p:nvPr userDrawn="1"/>
        </p:nvSpPr>
        <p:spPr>
          <a:xfrm>
            <a:off x="18071881" y="4418033"/>
            <a:ext cx="1235879" cy="1235878"/>
          </a:xfrm>
          <a:prstGeom prst="rect">
            <a:avLst/>
          </a:prstGeom>
          <a:solidFill>
            <a:srgbClr val="0072C3"/>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latin typeface="IBM Plex Sans" panose="020B0503050203000203" pitchFamily="34" charset="0"/>
              </a:rPr>
              <a:t>#0072C3</a:t>
            </a:r>
            <a:endParaRPr lang="en-US" dirty="0">
              <a:solidFill>
                <a:schemeClr val="bg2"/>
              </a:solidFill>
              <a:latin typeface="IBM Plex Sans" panose="020B0503050203000203" pitchFamily="34" charset="0"/>
            </a:endParaRPr>
          </a:p>
        </p:txBody>
      </p:sp>
      <p:sp>
        <p:nvSpPr>
          <p:cNvPr id="18" name="Rectangle 17"/>
          <p:cNvSpPr/>
          <p:nvPr userDrawn="1"/>
        </p:nvSpPr>
        <p:spPr>
          <a:xfrm>
            <a:off x="14440923" y="4418033"/>
            <a:ext cx="1235879" cy="1235878"/>
          </a:xfrm>
          <a:prstGeom prst="rect">
            <a:avLst/>
          </a:prstGeom>
          <a:solidFill>
            <a:srgbClr val="D02670"/>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latin typeface="IBM Plex Sans" panose="020B0503050203000203" pitchFamily="34" charset="0"/>
              </a:rPr>
              <a:t>#D02670</a:t>
            </a:r>
            <a:endParaRPr lang="en-US" dirty="0">
              <a:solidFill>
                <a:schemeClr val="bg2"/>
              </a:solidFill>
              <a:latin typeface="IBM Plex Sans" panose="020B0503050203000203" pitchFamily="34" charset="0"/>
            </a:endParaRPr>
          </a:p>
        </p:txBody>
      </p:sp>
      <p:sp>
        <p:nvSpPr>
          <p:cNvPr id="19" name="Rectangle 18"/>
          <p:cNvSpPr/>
          <p:nvPr userDrawn="1"/>
        </p:nvSpPr>
        <p:spPr>
          <a:xfrm>
            <a:off x="16256402" y="4418033"/>
            <a:ext cx="1235879" cy="1235878"/>
          </a:xfrm>
          <a:prstGeom prst="rect">
            <a:avLst/>
          </a:prstGeom>
          <a:solidFill>
            <a:srgbClr val="007D79"/>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latin typeface="IBM Plex Sans" panose="020B0503050203000203" pitchFamily="34" charset="0"/>
              </a:rPr>
              <a:t>#007D79</a:t>
            </a:r>
            <a:endParaRPr lang="en-US" dirty="0">
              <a:solidFill>
                <a:schemeClr val="bg2"/>
              </a:solidFill>
              <a:latin typeface="IBM Plex Sans" panose="020B0503050203000203" pitchFamily="34" charset="0"/>
            </a:endParaRPr>
          </a:p>
        </p:txBody>
      </p:sp>
      <p:sp>
        <p:nvSpPr>
          <p:cNvPr id="20" name="TextBox 19"/>
          <p:cNvSpPr txBox="1"/>
          <p:nvPr userDrawn="1"/>
        </p:nvSpPr>
        <p:spPr>
          <a:xfrm>
            <a:off x="12602453" y="5602152"/>
            <a:ext cx="1237839" cy="369332"/>
          </a:xfrm>
          <a:prstGeom prst="rect">
            <a:avLst/>
          </a:prstGeom>
          <a:noFill/>
        </p:spPr>
        <p:txBody>
          <a:bodyPr wrap="none" rtlCol="0">
            <a:spAutoFit/>
          </a:bodyPr>
          <a:lstStyle/>
          <a:p>
            <a:r>
              <a:rPr lang="en-US" b="1" i="0" dirty="0">
                <a:solidFill>
                  <a:srgbClr val="FFFFFF"/>
                </a:solidFill>
                <a:effectLst/>
              </a:rPr>
              <a:t>Purple 60</a:t>
            </a:r>
            <a:endParaRPr lang="en-US" b="1" dirty="0">
              <a:solidFill>
                <a:srgbClr val="FFFFFF"/>
              </a:solidFill>
            </a:endParaRPr>
          </a:p>
        </p:txBody>
      </p:sp>
      <p:sp>
        <p:nvSpPr>
          <p:cNvPr id="21" name="TextBox 20"/>
          <p:cNvSpPr txBox="1"/>
          <p:nvPr userDrawn="1"/>
        </p:nvSpPr>
        <p:spPr>
          <a:xfrm>
            <a:off x="14334144" y="5602152"/>
            <a:ext cx="1448025" cy="369332"/>
          </a:xfrm>
          <a:prstGeom prst="rect">
            <a:avLst/>
          </a:prstGeom>
          <a:noFill/>
        </p:spPr>
        <p:txBody>
          <a:bodyPr wrap="none" rtlCol="0">
            <a:spAutoFit/>
          </a:bodyPr>
          <a:lstStyle/>
          <a:p>
            <a:r>
              <a:rPr lang="en-US" b="1" dirty="0">
                <a:solidFill>
                  <a:srgbClr val="FFFFFF"/>
                </a:solidFill>
              </a:rPr>
              <a:t>Magenta</a:t>
            </a:r>
            <a:r>
              <a:rPr lang="en-US" b="1" i="0" dirty="0">
                <a:solidFill>
                  <a:srgbClr val="FFFFFF"/>
                </a:solidFill>
                <a:effectLst/>
              </a:rPr>
              <a:t> 60</a:t>
            </a:r>
            <a:endParaRPr lang="en-US" b="1" dirty="0">
              <a:solidFill>
                <a:srgbClr val="FFFFFF"/>
              </a:solidFill>
            </a:endParaRPr>
          </a:p>
        </p:txBody>
      </p:sp>
      <p:sp>
        <p:nvSpPr>
          <p:cNvPr id="22" name="TextBox 21"/>
          <p:cNvSpPr txBox="1"/>
          <p:nvPr userDrawn="1"/>
        </p:nvSpPr>
        <p:spPr>
          <a:xfrm>
            <a:off x="16404771" y="5602152"/>
            <a:ext cx="966931" cy="369332"/>
          </a:xfrm>
          <a:prstGeom prst="rect">
            <a:avLst/>
          </a:prstGeom>
          <a:noFill/>
        </p:spPr>
        <p:txBody>
          <a:bodyPr wrap="none" rtlCol="0">
            <a:spAutoFit/>
          </a:bodyPr>
          <a:lstStyle/>
          <a:p>
            <a:r>
              <a:rPr lang="en-US" b="1" dirty="0">
                <a:solidFill>
                  <a:srgbClr val="FFFFFF"/>
                </a:solidFill>
              </a:rPr>
              <a:t>Teal</a:t>
            </a:r>
            <a:r>
              <a:rPr lang="en-US" b="1" i="0" dirty="0">
                <a:solidFill>
                  <a:srgbClr val="FFFFFF"/>
                </a:solidFill>
                <a:effectLst/>
              </a:rPr>
              <a:t> 60</a:t>
            </a:r>
            <a:endParaRPr lang="en-US" b="1" dirty="0">
              <a:solidFill>
                <a:srgbClr val="FFFFFF"/>
              </a:solidFill>
            </a:endParaRPr>
          </a:p>
        </p:txBody>
      </p:sp>
      <p:sp>
        <p:nvSpPr>
          <p:cNvPr id="23" name="TextBox 22"/>
          <p:cNvSpPr txBox="1"/>
          <p:nvPr userDrawn="1"/>
        </p:nvSpPr>
        <p:spPr>
          <a:xfrm>
            <a:off x="18206642" y="5602152"/>
            <a:ext cx="1055097" cy="369332"/>
          </a:xfrm>
          <a:prstGeom prst="rect">
            <a:avLst/>
          </a:prstGeom>
          <a:noFill/>
        </p:spPr>
        <p:txBody>
          <a:bodyPr wrap="none" rtlCol="0">
            <a:spAutoFit/>
          </a:bodyPr>
          <a:lstStyle/>
          <a:p>
            <a:r>
              <a:rPr lang="en-US" b="1" dirty="0">
                <a:solidFill>
                  <a:srgbClr val="FFFFFF"/>
                </a:solidFill>
              </a:rPr>
              <a:t>Cyan</a:t>
            </a:r>
            <a:r>
              <a:rPr lang="en-US" b="1" i="0" dirty="0">
                <a:solidFill>
                  <a:srgbClr val="FFFFFF"/>
                </a:solidFill>
                <a:effectLst/>
              </a:rPr>
              <a:t> 60</a:t>
            </a:r>
            <a:endParaRPr lang="en-US" b="1" dirty="0">
              <a:solidFill>
                <a:srgbClr val="FFFFFF"/>
              </a:solidFill>
            </a:endParaRPr>
          </a:p>
        </p:txBody>
      </p:sp>
      <p:sp>
        <p:nvSpPr>
          <p:cNvPr id="24" name="Rectangle 23"/>
          <p:cNvSpPr/>
          <p:nvPr userDrawn="1"/>
        </p:nvSpPr>
        <p:spPr>
          <a:xfrm>
            <a:off x="19512379" y="2712316"/>
            <a:ext cx="1267863" cy="1267862"/>
          </a:xfrm>
          <a:prstGeom prst="rect">
            <a:avLst/>
          </a:prstGeom>
          <a:solidFill>
            <a:srgbClr val="121619"/>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bg2"/>
                </a:solidFill>
                <a:latin typeface="IBM Plex Sans" panose="020B0503050203000203" pitchFamily="34" charset="0"/>
              </a:rPr>
              <a:t>Icon</a:t>
            </a:r>
            <a:endParaRPr lang="en-US" dirty="0">
              <a:solidFill>
                <a:schemeClr val="bg2"/>
              </a:solidFill>
              <a:latin typeface="IBM Plex Sans" panose="020B0503050203000203" pitchFamily="34" charset="0"/>
            </a:endParaRPr>
          </a:p>
          <a:p>
            <a:pPr algn="ctr"/>
            <a:r>
              <a:rPr lang="en-US" dirty="0">
                <a:solidFill>
                  <a:schemeClr val="bg2"/>
                </a:solidFill>
                <a:latin typeface="IBM Plex Sans" panose="020B0503050203000203" pitchFamily="34" charset="0"/>
              </a:rPr>
              <a:t>#</a:t>
            </a:r>
            <a:r>
              <a:rPr lang="en-US" b="0" i="0" dirty="0">
                <a:solidFill>
                  <a:srgbClr val="FFFFFF"/>
                </a:solidFill>
                <a:effectLst/>
                <a:latin typeface="IBM Plex Mono" panose="020B0509050203000203" pitchFamily="49" charset="0"/>
              </a:rPr>
              <a:t>000000</a:t>
            </a:r>
            <a:endParaRPr lang="en-US" dirty="0">
              <a:solidFill>
                <a:schemeClr val="bg2"/>
              </a:solidFill>
              <a:latin typeface="IBM Plex Sans" panose="020B0503050203000203" pitchFamily="34" charset="0"/>
            </a:endParaRPr>
          </a:p>
        </p:txBody>
      </p:sp>
      <p:sp>
        <p:nvSpPr>
          <p:cNvPr id="25" name="Rectangle 24"/>
          <p:cNvSpPr/>
          <p:nvPr userDrawn="1"/>
        </p:nvSpPr>
        <p:spPr>
          <a:xfrm>
            <a:off x="19510690" y="4403963"/>
            <a:ext cx="1264019" cy="1264018"/>
          </a:xfrm>
          <a:prstGeom prst="rect">
            <a:avLst/>
          </a:prstGeom>
          <a:solidFill>
            <a:srgbClr val="FFFF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rgbClr val="262626"/>
                </a:solidFill>
                <a:latin typeface="IBM Plex Sans" panose="020B0503050203000203" pitchFamily="34" charset="0"/>
              </a:rPr>
              <a:t>Icon</a:t>
            </a:r>
            <a:endParaRPr lang="en-US" dirty="0">
              <a:solidFill>
                <a:srgbClr val="262626"/>
              </a:solidFill>
              <a:latin typeface="IBM Plex Sans" panose="020B0503050203000203" pitchFamily="34" charset="0"/>
            </a:endParaRPr>
          </a:p>
          <a:p>
            <a:pPr algn="ctr"/>
            <a:r>
              <a:rPr lang="en-US" dirty="0">
                <a:solidFill>
                  <a:srgbClr val="262626"/>
                </a:solidFill>
                <a:latin typeface="IBM Plex Sans" panose="020B0503050203000203" pitchFamily="34" charset="0"/>
              </a:rPr>
              <a:t>#</a:t>
            </a:r>
            <a:r>
              <a:rPr lang="en-US" b="0" i="0" dirty="0">
                <a:solidFill>
                  <a:srgbClr val="262626"/>
                </a:solidFill>
                <a:effectLst/>
                <a:latin typeface="IBM Plex Mono" panose="020B0509050203000203" pitchFamily="49" charset="0"/>
              </a:rPr>
              <a:t>FFFFFF</a:t>
            </a:r>
            <a:endParaRPr lang="en-US" dirty="0">
              <a:solidFill>
                <a:srgbClr val="262626"/>
              </a:solidFill>
              <a:latin typeface="IBM Plex Sans" panose="020B0503050203000203" pitchFamily="34" charset="0"/>
            </a:endParaRPr>
          </a:p>
        </p:txBody>
      </p:sp>
      <p:sp>
        <p:nvSpPr>
          <p:cNvPr id="26" name="Rectangle 25"/>
          <p:cNvSpPr/>
          <p:nvPr userDrawn="1"/>
        </p:nvSpPr>
        <p:spPr>
          <a:xfrm>
            <a:off x="12625444" y="1072749"/>
            <a:ext cx="1235879" cy="1235878"/>
          </a:xfrm>
          <a:prstGeom prst="rect">
            <a:avLst/>
          </a:prstGeom>
          <a:solidFill>
            <a:srgbClr val="F6F2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#F6F2FF</a:t>
            </a:r>
            <a:endParaRPr lang="en-US" dirty="0">
              <a:solidFill>
                <a:srgbClr val="262626"/>
              </a:solidFill>
              <a:latin typeface="IBM Plex Sans" panose="020B0503050203000203" pitchFamily="34" charset="0"/>
            </a:endParaRPr>
          </a:p>
        </p:txBody>
      </p:sp>
      <p:sp>
        <p:nvSpPr>
          <p:cNvPr id="27" name="Rectangle 26"/>
          <p:cNvSpPr/>
          <p:nvPr userDrawn="1"/>
        </p:nvSpPr>
        <p:spPr>
          <a:xfrm>
            <a:off x="18071881" y="1072749"/>
            <a:ext cx="1235879" cy="1235878"/>
          </a:xfrm>
          <a:prstGeom prst="rect">
            <a:avLst/>
          </a:prstGeom>
          <a:solidFill>
            <a:srgbClr val="E5F6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#E5F6FF</a:t>
            </a:r>
            <a:endParaRPr lang="en-US" dirty="0">
              <a:solidFill>
                <a:srgbClr val="262626"/>
              </a:solidFill>
              <a:latin typeface="IBM Plex Sans" panose="020B0503050203000203" pitchFamily="34" charset="0"/>
            </a:endParaRPr>
          </a:p>
        </p:txBody>
      </p:sp>
      <p:sp>
        <p:nvSpPr>
          <p:cNvPr id="28" name="Rectangle 27"/>
          <p:cNvSpPr/>
          <p:nvPr userDrawn="1"/>
        </p:nvSpPr>
        <p:spPr>
          <a:xfrm>
            <a:off x="14440923" y="1072749"/>
            <a:ext cx="1235879" cy="1235878"/>
          </a:xfrm>
          <a:prstGeom prst="rect">
            <a:avLst/>
          </a:prstGeom>
          <a:solidFill>
            <a:srgbClr val="FFF0F7"/>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#FFF0F7</a:t>
            </a:r>
            <a:endParaRPr lang="en-US" dirty="0">
              <a:solidFill>
                <a:srgbClr val="262626"/>
              </a:solidFill>
              <a:latin typeface="IBM Plex Sans" panose="020B0503050203000203" pitchFamily="34" charset="0"/>
            </a:endParaRPr>
          </a:p>
        </p:txBody>
      </p:sp>
      <p:sp>
        <p:nvSpPr>
          <p:cNvPr id="29" name="Rectangle 28"/>
          <p:cNvSpPr/>
          <p:nvPr userDrawn="1"/>
        </p:nvSpPr>
        <p:spPr>
          <a:xfrm>
            <a:off x="16256402" y="1072749"/>
            <a:ext cx="1235879" cy="1235878"/>
          </a:xfrm>
          <a:prstGeom prst="rect">
            <a:avLst/>
          </a:prstGeom>
          <a:solidFill>
            <a:srgbClr val="D9FBFB"/>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#D9FBFB</a:t>
            </a:r>
            <a:endParaRPr lang="en-US" dirty="0">
              <a:solidFill>
                <a:srgbClr val="262626"/>
              </a:solidFill>
              <a:latin typeface="IBM Plex Sans" panose="020B0503050203000203" pitchFamily="34" charset="0"/>
            </a:endParaRPr>
          </a:p>
        </p:txBody>
      </p:sp>
      <p:sp>
        <p:nvSpPr>
          <p:cNvPr id="30" name="TextBox 29"/>
          <p:cNvSpPr txBox="1"/>
          <p:nvPr userDrawn="1"/>
        </p:nvSpPr>
        <p:spPr>
          <a:xfrm>
            <a:off x="12602453" y="2256868"/>
            <a:ext cx="1237839" cy="369332"/>
          </a:xfrm>
          <a:prstGeom prst="rect">
            <a:avLst/>
          </a:prstGeom>
          <a:noFill/>
        </p:spPr>
        <p:txBody>
          <a:bodyPr wrap="none" rtlCol="0">
            <a:spAutoFit/>
          </a:bodyPr>
          <a:lstStyle/>
          <a:p>
            <a:r>
              <a:rPr lang="en-US" b="1" i="0" dirty="0">
                <a:solidFill>
                  <a:srgbClr val="FFFFFF"/>
                </a:solidFill>
                <a:effectLst/>
              </a:rPr>
              <a:t>Purple 10</a:t>
            </a:r>
            <a:endParaRPr lang="en-US" b="1" dirty="0">
              <a:solidFill>
                <a:srgbClr val="FFFFFF"/>
              </a:solidFill>
            </a:endParaRPr>
          </a:p>
        </p:txBody>
      </p:sp>
      <p:sp>
        <p:nvSpPr>
          <p:cNvPr id="31" name="TextBox 30"/>
          <p:cNvSpPr txBox="1"/>
          <p:nvPr userDrawn="1"/>
        </p:nvSpPr>
        <p:spPr>
          <a:xfrm>
            <a:off x="14334144" y="2256868"/>
            <a:ext cx="1449436" cy="369332"/>
          </a:xfrm>
          <a:prstGeom prst="rect">
            <a:avLst/>
          </a:prstGeom>
          <a:noFill/>
        </p:spPr>
        <p:txBody>
          <a:bodyPr wrap="none" rtlCol="0">
            <a:spAutoFit/>
          </a:bodyPr>
          <a:lstStyle/>
          <a:p>
            <a:r>
              <a:rPr lang="en-US" b="1" dirty="0">
                <a:solidFill>
                  <a:srgbClr val="FFFFFF"/>
                </a:solidFill>
              </a:rPr>
              <a:t>Magenta</a:t>
            </a:r>
            <a:r>
              <a:rPr lang="en-US" b="1" i="0" dirty="0">
                <a:solidFill>
                  <a:srgbClr val="FFFFFF"/>
                </a:solidFill>
                <a:effectLst/>
              </a:rPr>
              <a:t> 10</a:t>
            </a:r>
            <a:endParaRPr lang="en-US" b="1" dirty="0">
              <a:solidFill>
                <a:srgbClr val="FFFFFF"/>
              </a:solidFill>
            </a:endParaRPr>
          </a:p>
        </p:txBody>
      </p:sp>
      <p:sp>
        <p:nvSpPr>
          <p:cNvPr id="32" name="TextBox 31"/>
          <p:cNvSpPr txBox="1"/>
          <p:nvPr userDrawn="1"/>
        </p:nvSpPr>
        <p:spPr>
          <a:xfrm>
            <a:off x="16404771" y="2256868"/>
            <a:ext cx="966355" cy="369332"/>
          </a:xfrm>
          <a:prstGeom prst="rect">
            <a:avLst/>
          </a:prstGeom>
          <a:noFill/>
        </p:spPr>
        <p:txBody>
          <a:bodyPr wrap="none" rtlCol="0">
            <a:spAutoFit/>
          </a:bodyPr>
          <a:lstStyle/>
          <a:p>
            <a:r>
              <a:rPr lang="en-US" b="1" dirty="0">
                <a:solidFill>
                  <a:srgbClr val="FFFFFF"/>
                </a:solidFill>
              </a:rPr>
              <a:t>Teal</a:t>
            </a:r>
            <a:r>
              <a:rPr lang="en-US" b="1" i="0" dirty="0">
                <a:solidFill>
                  <a:srgbClr val="FFFFFF"/>
                </a:solidFill>
                <a:effectLst/>
              </a:rPr>
              <a:t> 10</a:t>
            </a:r>
            <a:endParaRPr lang="en-US" b="1" dirty="0">
              <a:solidFill>
                <a:srgbClr val="FFFFFF"/>
              </a:solidFill>
            </a:endParaRPr>
          </a:p>
        </p:txBody>
      </p:sp>
      <p:sp>
        <p:nvSpPr>
          <p:cNvPr id="33" name="TextBox 32"/>
          <p:cNvSpPr txBox="1"/>
          <p:nvPr userDrawn="1"/>
        </p:nvSpPr>
        <p:spPr>
          <a:xfrm>
            <a:off x="18206642" y="2256868"/>
            <a:ext cx="1055097" cy="369332"/>
          </a:xfrm>
          <a:prstGeom prst="rect">
            <a:avLst/>
          </a:prstGeom>
          <a:noFill/>
        </p:spPr>
        <p:txBody>
          <a:bodyPr wrap="none" rtlCol="0">
            <a:spAutoFit/>
          </a:bodyPr>
          <a:lstStyle/>
          <a:p>
            <a:r>
              <a:rPr lang="en-US" b="1" dirty="0">
                <a:solidFill>
                  <a:srgbClr val="FFFFFF"/>
                </a:solidFill>
              </a:rPr>
              <a:t>Cyan</a:t>
            </a:r>
            <a:r>
              <a:rPr lang="en-US" b="1" i="0" dirty="0">
                <a:solidFill>
                  <a:srgbClr val="FFFFFF"/>
                </a:solidFill>
                <a:effectLst/>
              </a:rPr>
              <a:t> 10</a:t>
            </a:r>
            <a:endParaRPr lang="en-US" b="1" dirty="0">
              <a:solidFill>
                <a:srgbClr val="FFFFFF"/>
              </a:solidFill>
            </a:endParaRPr>
          </a:p>
        </p:txBody>
      </p:sp>
      <p:sp>
        <p:nvSpPr>
          <p:cNvPr id="34" name="Rectangle 33"/>
          <p:cNvSpPr/>
          <p:nvPr userDrawn="1"/>
        </p:nvSpPr>
        <p:spPr>
          <a:xfrm>
            <a:off x="16222135" y="-2341897"/>
            <a:ext cx="1267863" cy="1267862"/>
          </a:xfrm>
          <a:prstGeom prst="rect">
            <a:avLst/>
          </a:prstGeom>
          <a:solidFill>
            <a:srgbClr val="C1C7CD"/>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endParaRPr lang="en-US" dirty="0">
              <a:solidFill>
                <a:schemeClr val="tx1"/>
              </a:solidFill>
              <a:latin typeface="IBM Plex Sans" panose="020B0503050203000203" pitchFamily="34" charset="0"/>
            </a:endParaRPr>
          </a:p>
          <a:p>
            <a:pPr algn="ctr"/>
            <a:r>
              <a:rPr lang="en-US" dirty="0">
                <a:solidFill>
                  <a:schemeClr val="tx1"/>
                </a:solidFill>
                <a:latin typeface="IBM Plex Sans" panose="020B0503050203000203" pitchFamily="34" charset="0"/>
              </a:rPr>
              <a:t>#C1C7CD</a:t>
            </a:r>
            <a:endParaRPr lang="en-US" dirty="0">
              <a:solidFill>
                <a:schemeClr val="tx1"/>
              </a:solidFill>
              <a:latin typeface="IBM Plex Sans" panose="020B0503050203000203" pitchFamily="34" charset="0"/>
            </a:endParaRPr>
          </a:p>
        </p:txBody>
      </p:sp>
      <p:sp>
        <p:nvSpPr>
          <p:cNvPr id="37" name="Rectangle 36"/>
          <p:cNvSpPr/>
          <p:nvPr userDrawn="1"/>
        </p:nvSpPr>
        <p:spPr>
          <a:xfrm>
            <a:off x="16222135" y="-801901"/>
            <a:ext cx="1267863" cy="1267862"/>
          </a:xfrm>
          <a:prstGeom prst="rect">
            <a:avLst/>
          </a:prstGeom>
          <a:solidFill>
            <a:srgbClr val="F2F4F8"/>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endParaRPr lang="en-US" dirty="0">
              <a:solidFill>
                <a:schemeClr val="tx1"/>
              </a:solidFill>
              <a:latin typeface="IBM Plex Sans" panose="020B0503050203000203" pitchFamily="34" charset="0"/>
            </a:endParaRPr>
          </a:p>
          <a:p>
            <a:pPr algn="ctr"/>
            <a:r>
              <a:rPr lang="en-US" dirty="0">
                <a:solidFill>
                  <a:schemeClr val="tx1"/>
                </a:solidFill>
                <a:latin typeface="IBM Plex Sans" panose="020B0503050203000203" pitchFamily="34" charset="0"/>
              </a:rPr>
              <a:t>#F2F4F8</a:t>
            </a:r>
            <a:endParaRPr lang="en-US" dirty="0">
              <a:solidFill>
                <a:schemeClr val="tx1"/>
              </a:solidFill>
              <a:latin typeface="IBM Plex Sans" panose="020B0503050203000203" pitchFamily="34" charset="0"/>
            </a:endParaRPr>
          </a:p>
        </p:txBody>
      </p:sp>
      <p:sp>
        <p:nvSpPr>
          <p:cNvPr id="38" name="Rectangle 37"/>
          <p:cNvSpPr/>
          <p:nvPr userDrawn="1"/>
        </p:nvSpPr>
        <p:spPr>
          <a:xfrm>
            <a:off x="14397282" y="-2352139"/>
            <a:ext cx="1267863" cy="1267862"/>
          </a:xfrm>
          <a:prstGeom prst="rect">
            <a:avLst/>
          </a:prstGeom>
          <a:solidFill>
            <a:srgbClr val="BE95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endParaRPr lang="en-US" dirty="0">
              <a:solidFill>
                <a:schemeClr val="tx1"/>
              </a:solidFill>
              <a:latin typeface="IBM Plex Sans" panose="020B0503050203000203" pitchFamily="34" charset="0"/>
            </a:endParaRPr>
          </a:p>
          <a:p>
            <a:pPr algn="ctr"/>
            <a:r>
              <a:rPr lang="en-US" dirty="0">
                <a:solidFill>
                  <a:schemeClr val="tx1"/>
                </a:solidFill>
                <a:latin typeface="IBM Plex Sans" panose="020B0503050203000203" pitchFamily="34" charset="0"/>
              </a:rPr>
              <a:t>#BE95FF</a:t>
            </a:r>
            <a:endParaRPr lang="en-US" dirty="0">
              <a:solidFill>
                <a:schemeClr val="tx1"/>
              </a:solidFill>
              <a:latin typeface="IBM Plex Sans" panose="020B0503050203000203" pitchFamily="34" charset="0"/>
            </a:endParaRPr>
          </a:p>
        </p:txBody>
      </p:sp>
      <p:sp>
        <p:nvSpPr>
          <p:cNvPr id="39" name="Rectangle 38"/>
          <p:cNvSpPr/>
          <p:nvPr userDrawn="1"/>
        </p:nvSpPr>
        <p:spPr>
          <a:xfrm>
            <a:off x="14397282" y="-812143"/>
            <a:ext cx="1267863" cy="1267862"/>
          </a:xfrm>
          <a:prstGeom prst="rect">
            <a:avLst/>
          </a:prstGeom>
          <a:solidFill>
            <a:srgbClr val="33B1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endParaRPr lang="en-US" dirty="0">
              <a:solidFill>
                <a:schemeClr val="tx1"/>
              </a:solidFill>
              <a:latin typeface="IBM Plex Sans" panose="020B0503050203000203" pitchFamily="34" charset="0"/>
            </a:endParaRPr>
          </a:p>
          <a:p>
            <a:pPr algn="ctr"/>
            <a:r>
              <a:rPr lang="en-US" dirty="0">
                <a:solidFill>
                  <a:schemeClr val="tx1"/>
                </a:solidFill>
                <a:latin typeface="IBM Plex Sans" panose="020B0503050203000203" pitchFamily="34" charset="0"/>
              </a:rPr>
              <a:t>#33B1FF</a:t>
            </a:r>
            <a:endParaRPr lang="en-US" dirty="0">
              <a:solidFill>
                <a:schemeClr val="tx1"/>
              </a:solidFill>
              <a:latin typeface="IBM Plex Sans" panose="020B0503050203000203" pitchFamily="34" charset="0"/>
            </a:endParaRPr>
          </a:p>
        </p:txBody>
      </p:sp>
      <p:sp>
        <p:nvSpPr>
          <p:cNvPr id="42" name="Rectangle 41"/>
          <p:cNvSpPr/>
          <p:nvPr userDrawn="1"/>
        </p:nvSpPr>
        <p:spPr>
          <a:xfrm>
            <a:off x="12572429" y="-2309174"/>
            <a:ext cx="1267863" cy="1267862"/>
          </a:xfrm>
          <a:prstGeom prst="rect">
            <a:avLst/>
          </a:prstGeom>
          <a:solidFill>
            <a:srgbClr val="08BDBA"/>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endParaRPr lang="en-US" dirty="0">
              <a:solidFill>
                <a:schemeClr val="tx1"/>
              </a:solidFill>
              <a:latin typeface="IBM Plex Sans" panose="020B0503050203000203" pitchFamily="34" charset="0"/>
            </a:endParaRPr>
          </a:p>
          <a:p>
            <a:pPr algn="ctr"/>
            <a:r>
              <a:rPr lang="en-US" dirty="0">
                <a:solidFill>
                  <a:schemeClr val="tx1"/>
                </a:solidFill>
                <a:latin typeface="IBM Plex Sans" panose="020B0503050203000203" pitchFamily="34" charset="0"/>
              </a:rPr>
              <a:t>#08BDBA</a:t>
            </a:r>
            <a:endParaRPr lang="en-US" dirty="0">
              <a:solidFill>
                <a:schemeClr val="tx1"/>
              </a:solidFill>
              <a:latin typeface="IBM Plex Sans" panose="020B0503050203000203" pitchFamily="34" charset="0"/>
            </a:endParaRPr>
          </a:p>
        </p:txBody>
      </p:sp>
      <p:sp>
        <p:nvSpPr>
          <p:cNvPr id="43" name="Rectangle 42"/>
          <p:cNvSpPr/>
          <p:nvPr userDrawn="1"/>
        </p:nvSpPr>
        <p:spPr>
          <a:xfrm>
            <a:off x="12572429" y="-769178"/>
            <a:ext cx="1267863" cy="1267862"/>
          </a:xfrm>
          <a:prstGeom prst="rect">
            <a:avLst/>
          </a:prstGeom>
          <a:solidFill>
            <a:srgbClr val="78A9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endParaRPr lang="en-US" dirty="0">
              <a:solidFill>
                <a:schemeClr val="tx1"/>
              </a:solidFill>
              <a:latin typeface="IBM Plex Sans" panose="020B0503050203000203" pitchFamily="34" charset="0"/>
            </a:endParaRPr>
          </a:p>
          <a:p>
            <a:pPr algn="ctr"/>
            <a:r>
              <a:rPr lang="en-US" dirty="0">
                <a:solidFill>
                  <a:schemeClr val="tx1"/>
                </a:solidFill>
                <a:latin typeface="IBM Plex Sans" panose="020B0503050203000203" pitchFamily="34" charset="0"/>
              </a:rPr>
              <a:t>#78A9FF</a:t>
            </a:r>
            <a:endParaRPr lang="en-US" dirty="0">
              <a:solidFill>
                <a:schemeClr val="tx1"/>
              </a:solidFill>
              <a:latin typeface="IBM Plex Sans" panose="020B0503050203000203" pitchFamily="34" charset="0"/>
            </a:endParaRPr>
          </a:p>
        </p:txBody>
      </p:sp>
      <p:sp>
        <p:nvSpPr>
          <p:cNvPr id="46" name="Rectangle 45"/>
          <p:cNvSpPr/>
          <p:nvPr userDrawn="1"/>
        </p:nvSpPr>
        <p:spPr>
          <a:xfrm>
            <a:off x="17993876" y="-2309174"/>
            <a:ext cx="1267863" cy="1267862"/>
          </a:xfrm>
          <a:prstGeom prst="rect">
            <a:avLst/>
          </a:prstGeom>
          <a:solidFill>
            <a:srgbClr val="525252"/>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bg2"/>
                </a:solidFill>
                <a:latin typeface="IBM Plex Sans" panose="020B0503050203000203" pitchFamily="34" charset="0"/>
              </a:rPr>
              <a:t>Labels</a:t>
            </a:r>
            <a:endParaRPr lang="en-US" dirty="0">
              <a:solidFill>
                <a:schemeClr val="bg2"/>
              </a:solidFill>
              <a:latin typeface="IBM Plex Sans" panose="020B0503050203000203" pitchFamily="34" charset="0"/>
            </a:endParaRPr>
          </a:p>
          <a:p>
            <a:pPr algn="ctr"/>
            <a:r>
              <a:rPr lang="en-US" dirty="0">
                <a:solidFill>
                  <a:schemeClr val="bg2"/>
                </a:solidFill>
                <a:latin typeface="IBM Plex Sans" panose="020B0503050203000203" pitchFamily="34" charset="0"/>
              </a:rPr>
              <a:t>#525252</a:t>
            </a:r>
            <a:endParaRPr lang="en-US" dirty="0">
              <a:solidFill>
                <a:schemeClr val="bg2"/>
              </a:solidFill>
              <a:latin typeface="IBM Plex Sans" panose="020B0503050203000203" pitchFamily="34" charset="0"/>
            </a:endParaRPr>
          </a:p>
        </p:txBody>
      </p:sp>
      <p:sp>
        <p:nvSpPr>
          <p:cNvPr id="47" name="Rectangle 46"/>
          <p:cNvSpPr/>
          <p:nvPr userDrawn="1"/>
        </p:nvSpPr>
        <p:spPr>
          <a:xfrm>
            <a:off x="17993875" y="-812143"/>
            <a:ext cx="1267863" cy="1267862"/>
          </a:xfrm>
          <a:prstGeom prst="rect">
            <a:avLst/>
          </a:prstGeom>
          <a:solidFill>
            <a:srgbClr val="262626"/>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bg2"/>
                </a:solidFill>
                <a:latin typeface="IBM Plex Sans" panose="020B0503050203000203" pitchFamily="34" charset="0"/>
              </a:rPr>
              <a:t>Text</a:t>
            </a:r>
            <a:endParaRPr lang="en-US" dirty="0">
              <a:solidFill>
                <a:schemeClr val="bg2"/>
              </a:solidFill>
              <a:latin typeface="IBM Plex Sans" panose="020B0503050203000203" pitchFamily="34" charset="0"/>
            </a:endParaRPr>
          </a:p>
          <a:p>
            <a:pPr algn="ctr"/>
            <a:r>
              <a:rPr lang="en-US" dirty="0">
                <a:solidFill>
                  <a:schemeClr val="bg2"/>
                </a:solidFill>
                <a:latin typeface="IBM Plex Sans" panose="020B0503050203000203" pitchFamily="34" charset="0"/>
              </a:rPr>
              <a:t>#262626</a:t>
            </a:r>
            <a:endParaRPr lang="en-US" dirty="0">
              <a:solidFill>
                <a:schemeClr val="bg2"/>
              </a:solidFill>
              <a:latin typeface="IBM Plex Sans" panose="020B0503050203000203" pitchFamily="34" charset="0"/>
            </a:endParaRPr>
          </a:p>
        </p:txBody>
      </p:sp>
      <p:grpSp>
        <p:nvGrpSpPr>
          <p:cNvPr id="64" name="Group 63"/>
          <p:cNvGrpSpPr/>
          <p:nvPr userDrawn="1"/>
        </p:nvGrpSpPr>
        <p:grpSpPr>
          <a:xfrm>
            <a:off x="11094856" y="6244940"/>
            <a:ext cx="1098532" cy="613059"/>
            <a:chOff x="8965342" y="4231217"/>
            <a:chExt cx="1608171" cy="897474"/>
          </a:xfrm>
        </p:grpSpPr>
        <p:pic>
          <p:nvPicPr>
            <p:cNvPr id="60" name="Graphic 59"/>
            <p:cNvPicPr>
              <a:picLocks noChangeAspect="1"/>
            </p:cNvPicPr>
            <p:nvPr userDrawn="1"/>
          </p:nvPicPr>
          <p:blipFill>
            <a:blip r:embed="rId9">
              <a:extLst>
                <a:ext uri="{96DAC541-7B7A-43D3-8B79-37D633B846F1}">
                  <asvg:svgBlip xmlns:asvg="http://schemas.microsoft.com/office/drawing/2016/SVG/main" r:embed="rId10"/>
                </a:ext>
              </a:extLst>
            </a:blip>
            <a:stretch>
              <a:fillRect/>
            </a:stretch>
          </p:blipFill>
          <p:spPr>
            <a:xfrm>
              <a:off x="9321121" y="4418033"/>
              <a:ext cx="897474" cy="355817"/>
            </a:xfrm>
            <a:prstGeom prst="rect">
              <a:avLst/>
            </a:prstGeom>
          </p:spPr>
        </p:pic>
        <p:pic>
          <p:nvPicPr>
            <p:cNvPr id="61" name="Graphic 60" hidden="1"/>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a:off x="9321121" y="4772874"/>
              <a:ext cx="897474" cy="355817"/>
            </a:xfrm>
            <a:prstGeom prst="rect">
              <a:avLst/>
            </a:prstGeom>
          </p:spPr>
        </p:pic>
        <p:pic>
          <p:nvPicPr>
            <p:cNvPr id="62" name="Graphic 61" hidden="1"/>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rot="16200000">
              <a:off x="9946868" y="4502045"/>
              <a:ext cx="897474" cy="355817"/>
            </a:xfrm>
            <a:prstGeom prst="rect">
              <a:avLst/>
            </a:prstGeom>
          </p:spPr>
        </p:pic>
        <p:pic>
          <p:nvPicPr>
            <p:cNvPr id="63" name="Graphic 62" hidden="1"/>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rot="16200000">
              <a:off x="8694514" y="4502045"/>
              <a:ext cx="897474" cy="355817"/>
            </a:xfrm>
            <a:prstGeom prst="rect">
              <a:avLst/>
            </a:prstGeom>
          </p:spPr>
        </p:pic>
      </p:grpSp>
      <p:pic>
        <p:nvPicPr>
          <p:cNvPr id="66" name="Graphic 65"/>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a:off x="241053" y="6372101"/>
            <a:ext cx="1630680" cy="247650"/>
          </a:xfrm>
          <a:prstGeom prst="rect">
            <a:avLst/>
          </a:prstGeom>
        </p:spPr>
      </p:pic>
      <p:sp>
        <p:nvSpPr>
          <p:cNvPr id="67" name="Rectangle 66" hidden="1"/>
          <p:cNvSpPr/>
          <p:nvPr userDrawn="1"/>
        </p:nvSpPr>
        <p:spPr>
          <a:xfrm>
            <a:off x="-76201" y="6356350"/>
            <a:ext cx="12353925" cy="276797"/>
          </a:xfrm>
          <a:prstGeom prst="rect">
            <a:avLst/>
          </a:prstGeom>
          <a:noFill/>
          <a:ln w="28575">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5"/>
    </p:custDataLst>
  </p:cSld>
  <p:clrMap bg1="lt1" tx1="dk1" bg2="lt2" tx2="dk2" accent1="accent1" accent2="accent2" accent3="accent3" accent4="accent4" accent5="accent5" accent6="accent6" hlink="hlink" folHlink="folHlink"/>
  <p:sldLayoutIdLst>
    <p:sldLayoutId id="2147483698" r:id="rId1"/>
    <p:sldLayoutId id="2147483699" r:id="rId2"/>
    <p:sldLayoutId id="2147483700" r:id="rId3"/>
    <p:sldLayoutId id="2147483701" r:id="rId4"/>
    <p:sldLayoutId id="2147483702" r:id="rId5"/>
    <p:sldLayoutId id="2147483703" r:id="rId6"/>
  </p:sldLayoutIdLst>
  <p:txStyles>
    <p:titleStyle>
      <a:lvl1pPr algn="l" defTabSz="914400" rtl="0" eaLnBrk="1" latinLnBrk="0" hangingPunct="1">
        <a:lnSpc>
          <a:spcPct val="90000"/>
        </a:lnSpc>
        <a:spcBef>
          <a:spcPct val="0"/>
        </a:spcBef>
        <a:buNone/>
        <a:defRPr sz="4000" b="1" i="0" kern="1200">
          <a:solidFill>
            <a:srgbClr val="525252"/>
          </a:solidFill>
          <a:latin typeface="IBM Plex Sans SemiBold" panose="020B0503050203000203" pitchFamily="34" charset="0"/>
          <a:ea typeface="IBM Plex Sans SemiBold" panose="020B0503050203000203" pitchFamily="34" charset="0"/>
          <a:cs typeface="IBM Plex Sans SemiBold" panose="020B0503050203000203" pitchFamily="34" charset="0"/>
        </a:defRPr>
      </a:lvl1pPr>
    </p:titleStyle>
    <p:bodyStyle>
      <a:lvl1pPr marL="228600" indent="-228600" algn="l" defTabSz="914400" rtl="0" eaLnBrk="1" latinLnBrk="0" hangingPunct="1">
        <a:lnSpc>
          <a:spcPct val="90000"/>
        </a:lnSpc>
        <a:spcBef>
          <a:spcPts val="1000"/>
        </a:spcBef>
        <a:buFont typeface="Arial" panose="020B0604020202020204"/>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a:buChar char="•"/>
        <a:defRPr sz="1800" kern="1200">
          <a:solidFill>
            <a:srgbClr val="262626"/>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a:buChar char="•"/>
        <a:defRPr sz="1800" kern="1200">
          <a:solidFill>
            <a:srgbClr val="262626"/>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47850"/>
            <a:ext cx="10515600" cy="4351338"/>
          </a:xfrm>
          <a:prstGeom prst="rect">
            <a:avLst/>
          </a:prstGeom>
        </p:spPr>
        <p:txBody>
          <a:bodyPr vert="horz" lIns="91440" tIns="45720" rIns="91440" bIns="45720" rtlCol="0">
            <a:normAutofit/>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p:txBody>
      </p:sp>
      <p:pic>
        <p:nvPicPr>
          <p:cNvPr id="12" name="Picture 11" descr="Text, logo&#10;&#10;Description automatically generated"/>
          <p:cNvPicPr>
            <a:picLocks noChangeAspect="1"/>
          </p:cNvPicPr>
          <p:nvPr userDrawn="1"/>
        </p:nvPicPr>
        <p:blipFill rotWithShape="1">
          <a:blip r:embed="rId7">
            <a:alphaModFix amt="5000"/>
            <a:extLst>
              <a:ext uri="{BEBA8EAE-BF5A-486C-A8C5-ECC9F3942E4B}">
                <a14:imgProps xmlns:a14="http://schemas.microsoft.com/office/drawing/2010/main">
                  <a14:imgLayer r:embed="rId8">
                    <a14:imgEffect>
                      <a14:brightnessContrast contrast="-77000"/>
                    </a14:imgEffect>
                    <a14:imgEffect>
                      <a14:saturation sat="155000"/>
                    </a14:imgEffect>
                  </a14:imgLayer>
                </a14:imgProps>
              </a:ext>
            </a:extLst>
          </a:blip>
          <a:srcRect l="-1923" r="70315"/>
          <a:stretch>
            <a:fillRect/>
          </a:stretch>
        </p:blipFill>
        <p:spPr>
          <a:xfrm>
            <a:off x="3345127" y="1418811"/>
            <a:ext cx="5501746" cy="4826130"/>
          </a:xfrm>
          <a:prstGeom prst="rect">
            <a:avLst/>
          </a:prstGeom>
        </p:spPr>
      </p:pic>
      <p:sp>
        <p:nvSpPr>
          <p:cNvPr id="4" name="Rectangle 3"/>
          <p:cNvSpPr/>
          <p:nvPr userDrawn="1"/>
        </p:nvSpPr>
        <p:spPr>
          <a:xfrm>
            <a:off x="12625444" y="2728308"/>
            <a:ext cx="1235879" cy="1235878"/>
          </a:xfrm>
          <a:prstGeom prst="rect">
            <a:avLst/>
          </a:prstGeom>
          <a:solidFill>
            <a:srgbClr val="BE95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#BE95FF</a:t>
            </a:r>
            <a:endParaRPr lang="en-US" dirty="0">
              <a:solidFill>
                <a:srgbClr val="262626"/>
              </a:solidFill>
              <a:latin typeface="IBM Plex Sans" panose="020B0503050203000203" pitchFamily="34" charset="0"/>
            </a:endParaRPr>
          </a:p>
        </p:txBody>
      </p:sp>
      <p:sp>
        <p:nvSpPr>
          <p:cNvPr id="5" name="Rectangle 4"/>
          <p:cNvSpPr/>
          <p:nvPr userDrawn="1"/>
        </p:nvSpPr>
        <p:spPr>
          <a:xfrm>
            <a:off x="18071881" y="2728308"/>
            <a:ext cx="1235879" cy="1235878"/>
          </a:xfrm>
          <a:prstGeom prst="rect">
            <a:avLst/>
          </a:prstGeom>
          <a:solidFill>
            <a:srgbClr val="33B1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#33B1FF</a:t>
            </a:r>
            <a:endParaRPr lang="en-US" dirty="0">
              <a:solidFill>
                <a:srgbClr val="262626"/>
              </a:solidFill>
              <a:latin typeface="IBM Plex Sans" panose="020B0503050203000203" pitchFamily="34" charset="0"/>
            </a:endParaRPr>
          </a:p>
        </p:txBody>
      </p:sp>
      <p:sp>
        <p:nvSpPr>
          <p:cNvPr id="6" name="Rectangle 5"/>
          <p:cNvSpPr/>
          <p:nvPr userDrawn="1"/>
        </p:nvSpPr>
        <p:spPr>
          <a:xfrm>
            <a:off x="14440923" y="2728308"/>
            <a:ext cx="1235879" cy="1235878"/>
          </a:xfrm>
          <a:prstGeom prst="rect">
            <a:avLst/>
          </a:prstGeom>
          <a:solidFill>
            <a:srgbClr val="FF7EB6"/>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#FF7EB6</a:t>
            </a:r>
            <a:endParaRPr lang="en-US" dirty="0">
              <a:solidFill>
                <a:srgbClr val="262626"/>
              </a:solidFill>
              <a:latin typeface="IBM Plex Sans" panose="020B0503050203000203" pitchFamily="34" charset="0"/>
            </a:endParaRPr>
          </a:p>
        </p:txBody>
      </p:sp>
      <p:sp>
        <p:nvSpPr>
          <p:cNvPr id="9" name="Rectangle 8"/>
          <p:cNvSpPr/>
          <p:nvPr userDrawn="1"/>
        </p:nvSpPr>
        <p:spPr>
          <a:xfrm>
            <a:off x="16256402" y="2728308"/>
            <a:ext cx="1235879" cy="1235878"/>
          </a:xfrm>
          <a:prstGeom prst="rect">
            <a:avLst/>
          </a:prstGeom>
          <a:solidFill>
            <a:srgbClr val="08BDBA"/>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#08BDBA</a:t>
            </a:r>
            <a:endParaRPr lang="en-US" dirty="0">
              <a:solidFill>
                <a:srgbClr val="262626"/>
              </a:solidFill>
              <a:latin typeface="IBM Plex Sans" panose="020B0503050203000203" pitchFamily="34" charset="0"/>
            </a:endParaRPr>
          </a:p>
        </p:txBody>
      </p:sp>
      <p:sp>
        <p:nvSpPr>
          <p:cNvPr id="10" name="TextBox 9"/>
          <p:cNvSpPr txBox="1"/>
          <p:nvPr userDrawn="1"/>
        </p:nvSpPr>
        <p:spPr>
          <a:xfrm>
            <a:off x="12602453" y="3912427"/>
            <a:ext cx="1237839" cy="369332"/>
          </a:xfrm>
          <a:prstGeom prst="rect">
            <a:avLst/>
          </a:prstGeom>
          <a:noFill/>
        </p:spPr>
        <p:txBody>
          <a:bodyPr wrap="none" rtlCol="0">
            <a:spAutoFit/>
          </a:bodyPr>
          <a:lstStyle/>
          <a:p>
            <a:r>
              <a:rPr lang="en-US" b="1" i="0" dirty="0">
                <a:solidFill>
                  <a:srgbClr val="FFFFFF"/>
                </a:solidFill>
                <a:effectLst/>
              </a:rPr>
              <a:t>Purple 40</a:t>
            </a:r>
            <a:endParaRPr lang="en-US" b="1" dirty="0">
              <a:solidFill>
                <a:srgbClr val="FFFFFF"/>
              </a:solidFill>
            </a:endParaRPr>
          </a:p>
        </p:txBody>
      </p:sp>
      <p:sp>
        <p:nvSpPr>
          <p:cNvPr id="13" name="TextBox 12"/>
          <p:cNvSpPr txBox="1"/>
          <p:nvPr userDrawn="1"/>
        </p:nvSpPr>
        <p:spPr>
          <a:xfrm>
            <a:off x="14334144" y="3912427"/>
            <a:ext cx="1449436" cy="369332"/>
          </a:xfrm>
          <a:prstGeom prst="rect">
            <a:avLst/>
          </a:prstGeom>
          <a:noFill/>
        </p:spPr>
        <p:txBody>
          <a:bodyPr wrap="none" rtlCol="0">
            <a:spAutoFit/>
          </a:bodyPr>
          <a:lstStyle/>
          <a:p>
            <a:r>
              <a:rPr lang="en-US" b="1" dirty="0">
                <a:solidFill>
                  <a:srgbClr val="FFFFFF"/>
                </a:solidFill>
              </a:rPr>
              <a:t>Magenta</a:t>
            </a:r>
            <a:r>
              <a:rPr lang="en-US" b="1" i="0" dirty="0">
                <a:solidFill>
                  <a:srgbClr val="FFFFFF"/>
                </a:solidFill>
                <a:effectLst/>
              </a:rPr>
              <a:t> 40</a:t>
            </a:r>
            <a:endParaRPr lang="en-US" b="1" dirty="0">
              <a:solidFill>
                <a:srgbClr val="FFFFFF"/>
              </a:solidFill>
            </a:endParaRPr>
          </a:p>
        </p:txBody>
      </p:sp>
      <p:sp>
        <p:nvSpPr>
          <p:cNvPr id="14" name="TextBox 13"/>
          <p:cNvSpPr txBox="1"/>
          <p:nvPr userDrawn="1"/>
        </p:nvSpPr>
        <p:spPr>
          <a:xfrm>
            <a:off x="16404771" y="3912427"/>
            <a:ext cx="966355" cy="369332"/>
          </a:xfrm>
          <a:prstGeom prst="rect">
            <a:avLst/>
          </a:prstGeom>
          <a:noFill/>
        </p:spPr>
        <p:txBody>
          <a:bodyPr wrap="none" rtlCol="0">
            <a:spAutoFit/>
          </a:bodyPr>
          <a:lstStyle/>
          <a:p>
            <a:r>
              <a:rPr lang="en-US" b="1" dirty="0">
                <a:solidFill>
                  <a:srgbClr val="FFFFFF"/>
                </a:solidFill>
              </a:rPr>
              <a:t>Teal</a:t>
            </a:r>
            <a:r>
              <a:rPr lang="en-US" b="1" i="0" dirty="0">
                <a:solidFill>
                  <a:srgbClr val="FFFFFF"/>
                </a:solidFill>
                <a:effectLst/>
              </a:rPr>
              <a:t> 40</a:t>
            </a:r>
            <a:endParaRPr lang="en-US" b="1" dirty="0">
              <a:solidFill>
                <a:srgbClr val="FFFFFF"/>
              </a:solidFill>
            </a:endParaRPr>
          </a:p>
        </p:txBody>
      </p:sp>
      <p:sp>
        <p:nvSpPr>
          <p:cNvPr id="15" name="TextBox 14"/>
          <p:cNvSpPr txBox="1"/>
          <p:nvPr userDrawn="1"/>
        </p:nvSpPr>
        <p:spPr>
          <a:xfrm>
            <a:off x="18206642" y="3912427"/>
            <a:ext cx="1055097" cy="369332"/>
          </a:xfrm>
          <a:prstGeom prst="rect">
            <a:avLst/>
          </a:prstGeom>
          <a:noFill/>
        </p:spPr>
        <p:txBody>
          <a:bodyPr wrap="none" rtlCol="0">
            <a:spAutoFit/>
          </a:bodyPr>
          <a:lstStyle/>
          <a:p>
            <a:r>
              <a:rPr lang="en-US" b="1" dirty="0">
                <a:solidFill>
                  <a:srgbClr val="FFFFFF"/>
                </a:solidFill>
              </a:rPr>
              <a:t>Cyan</a:t>
            </a:r>
            <a:r>
              <a:rPr lang="en-US" b="1" i="0" dirty="0">
                <a:solidFill>
                  <a:srgbClr val="FFFFFF"/>
                </a:solidFill>
                <a:effectLst/>
              </a:rPr>
              <a:t> 40</a:t>
            </a:r>
            <a:endParaRPr lang="en-US" b="1" dirty="0">
              <a:solidFill>
                <a:srgbClr val="FFFFFF"/>
              </a:solidFill>
            </a:endParaRPr>
          </a:p>
        </p:txBody>
      </p:sp>
      <p:sp>
        <p:nvSpPr>
          <p:cNvPr id="16" name="Rectangle 15"/>
          <p:cNvSpPr/>
          <p:nvPr userDrawn="1"/>
        </p:nvSpPr>
        <p:spPr>
          <a:xfrm>
            <a:off x="12625444" y="4418033"/>
            <a:ext cx="1235879" cy="1235878"/>
          </a:xfrm>
          <a:prstGeom prst="rect">
            <a:avLst/>
          </a:prstGeom>
          <a:solidFill>
            <a:srgbClr val="8A3FFC"/>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latin typeface="IBM Plex Sans" panose="020B0503050203000203" pitchFamily="34" charset="0"/>
              </a:rPr>
              <a:t>#8A3FFC</a:t>
            </a:r>
            <a:endParaRPr lang="en-US" dirty="0">
              <a:solidFill>
                <a:schemeClr val="bg2"/>
              </a:solidFill>
              <a:latin typeface="IBM Plex Sans" panose="020B0503050203000203" pitchFamily="34" charset="0"/>
            </a:endParaRPr>
          </a:p>
        </p:txBody>
      </p:sp>
      <p:sp>
        <p:nvSpPr>
          <p:cNvPr id="17" name="Rectangle 16"/>
          <p:cNvSpPr/>
          <p:nvPr userDrawn="1"/>
        </p:nvSpPr>
        <p:spPr>
          <a:xfrm>
            <a:off x="18071881" y="4418033"/>
            <a:ext cx="1235879" cy="1235878"/>
          </a:xfrm>
          <a:prstGeom prst="rect">
            <a:avLst/>
          </a:prstGeom>
          <a:solidFill>
            <a:srgbClr val="0072C3"/>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latin typeface="IBM Plex Sans" panose="020B0503050203000203" pitchFamily="34" charset="0"/>
              </a:rPr>
              <a:t>#0072C3</a:t>
            </a:r>
            <a:endParaRPr lang="en-US" dirty="0">
              <a:solidFill>
                <a:schemeClr val="bg2"/>
              </a:solidFill>
              <a:latin typeface="IBM Plex Sans" panose="020B0503050203000203" pitchFamily="34" charset="0"/>
            </a:endParaRPr>
          </a:p>
        </p:txBody>
      </p:sp>
      <p:sp>
        <p:nvSpPr>
          <p:cNvPr id="18" name="Rectangle 17"/>
          <p:cNvSpPr/>
          <p:nvPr userDrawn="1"/>
        </p:nvSpPr>
        <p:spPr>
          <a:xfrm>
            <a:off x="14440923" y="4418033"/>
            <a:ext cx="1235879" cy="1235878"/>
          </a:xfrm>
          <a:prstGeom prst="rect">
            <a:avLst/>
          </a:prstGeom>
          <a:solidFill>
            <a:srgbClr val="D02670"/>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latin typeface="IBM Plex Sans" panose="020B0503050203000203" pitchFamily="34" charset="0"/>
              </a:rPr>
              <a:t>#D02670</a:t>
            </a:r>
            <a:endParaRPr lang="en-US" dirty="0">
              <a:solidFill>
                <a:schemeClr val="bg2"/>
              </a:solidFill>
              <a:latin typeface="IBM Plex Sans" panose="020B0503050203000203" pitchFamily="34" charset="0"/>
            </a:endParaRPr>
          </a:p>
        </p:txBody>
      </p:sp>
      <p:sp>
        <p:nvSpPr>
          <p:cNvPr id="19" name="Rectangle 18"/>
          <p:cNvSpPr/>
          <p:nvPr userDrawn="1"/>
        </p:nvSpPr>
        <p:spPr>
          <a:xfrm>
            <a:off x="16256402" y="4418033"/>
            <a:ext cx="1235879" cy="1235878"/>
          </a:xfrm>
          <a:prstGeom prst="rect">
            <a:avLst/>
          </a:prstGeom>
          <a:solidFill>
            <a:srgbClr val="007D79"/>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latin typeface="IBM Plex Sans" panose="020B0503050203000203" pitchFamily="34" charset="0"/>
              </a:rPr>
              <a:t>#007D79</a:t>
            </a:r>
            <a:endParaRPr lang="en-US" dirty="0">
              <a:solidFill>
                <a:schemeClr val="bg2"/>
              </a:solidFill>
              <a:latin typeface="IBM Plex Sans" panose="020B0503050203000203" pitchFamily="34" charset="0"/>
            </a:endParaRPr>
          </a:p>
        </p:txBody>
      </p:sp>
      <p:sp>
        <p:nvSpPr>
          <p:cNvPr id="20" name="TextBox 19"/>
          <p:cNvSpPr txBox="1"/>
          <p:nvPr userDrawn="1"/>
        </p:nvSpPr>
        <p:spPr>
          <a:xfrm>
            <a:off x="12602453" y="5602152"/>
            <a:ext cx="1237839" cy="369332"/>
          </a:xfrm>
          <a:prstGeom prst="rect">
            <a:avLst/>
          </a:prstGeom>
          <a:noFill/>
        </p:spPr>
        <p:txBody>
          <a:bodyPr wrap="none" rtlCol="0">
            <a:spAutoFit/>
          </a:bodyPr>
          <a:lstStyle/>
          <a:p>
            <a:r>
              <a:rPr lang="en-US" b="1" i="0" dirty="0">
                <a:solidFill>
                  <a:srgbClr val="FFFFFF"/>
                </a:solidFill>
                <a:effectLst/>
              </a:rPr>
              <a:t>Purple 60</a:t>
            </a:r>
            <a:endParaRPr lang="en-US" b="1" dirty="0">
              <a:solidFill>
                <a:srgbClr val="FFFFFF"/>
              </a:solidFill>
            </a:endParaRPr>
          </a:p>
        </p:txBody>
      </p:sp>
      <p:sp>
        <p:nvSpPr>
          <p:cNvPr id="21" name="TextBox 20"/>
          <p:cNvSpPr txBox="1"/>
          <p:nvPr userDrawn="1"/>
        </p:nvSpPr>
        <p:spPr>
          <a:xfrm>
            <a:off x="14334144" y="5602152"/>
            <a:ext cx="1448025" cy="369332"/>
          </a:xfrm>
          <a:prstGeom prst="rect">
            <a:avLst/>
          </a:prstGeom>
          <a:noFill/>
        </p:spPr>
        <p:txBody>
          <a:bodyPr wrap="none" rtlCol="0">
            <a:spAutoFit/>
          </a:bodyPr>
          <a:lstStyle/>
          <a:p>
            <a:r>
              <a:rPr lang="en-US" b="1" dirty="0">
                <a:solidFill>
                  <a:srgbClr val="FFFFFF"/>
                </a:solidFill>
              </a:rPr>
              <a:t>Magenta</a:t>
            </a:r>
            <a:r>
              <a:rPr lang="en-US" b="1" i="0" dirty="0">
                <a:solidFill>
                  <a:srgbClr val="FFFFFF"/>
                </a:solidFill>
                <a:effectLst/>
              </a:rPr>
              <a:t> 60</a:t>
            </a:r>
            <a:endParaRPr lang="en-US" b="1" dirty="0">
              <a:solidFill>
                <a:srgbClr val="FFFFFF"/>
              </a:solidFill>
            </a:endParaRPr>
          </a:p>
        </p:txBody>
      </p:sp>
      <p:sp>
        <p:nvSpPr>
          <p:cNvPr id="22" name="TextBox 21"/>
          <p:cNvSpPr txBox="1"/>
          <p:nvPr userDrawn="1"/>
        </p:nvSpPr>
        <p:spPr>
          <a:xfrm>
            <a:off x="16404771" y="5602152"/>
            <a:ext cx="966931" cy="369332"/>
          </a:xfrm>
          <a:prstGeom prst="rect">
            <a:avLst/>
          </a:prstGeom>
          <a:noFill/>
        </p:spPr>
        <p:txBody>
          <a:bodyPr wrap="none" rtlCol="0">
            <a:spAutoFit/>
          </a:bodyPr>
          <a:lstStyle/>
          <a:p>
            <a:r>
              <a:rPr lang="en-US" b="1" dirty="0">
                <a:solidFill>
                  <a:srgbClr val="FFFFFF"/>
                </a:solidFill>
              </a:rPr>
              <a:t>Teal</a:t>
            </a:r>
            <a:r>
              <a:rPr lang="en-US" b="1" i="0" dirty="0">
                <a:solidFill>
                  <a:srgbClr val="FFFFFF"/>
                </a:solidFill>
                <a:effectLst/>
              </a:rPr>
              <a:t> 60</a:t>
            </a:r>
            <a:endParaRPr lang="en-US" b="1" dirty="0">
              <a:solidFill>
                <a:srgbClr val="FFFFFF"/>
              </a:solidFill>
            </a:endParaRPr>
          </a:p>
        </p:txBody>
      </p:sp>
      <p:sp>
        <p:nvSpPr>
          <p:cNvPr id="23" name="TextBox 22"/>
          <p:cNvSpPr txBox="1"/>
          <p:nvPr userDrawn="1"/>
        </p:nvSpPr>
        <p:spPr>
          <a:xfrm>
            <a:off x="18206642" y="5602152"/>
            <a:ext cx="1055097" cy="369332"/>
          </a:xfrm>
          <a:prstGeom prst="rect">
            <a:avLst/>
          </a:prstGeom>
          <a:noFill/>
        </p:spPr>
        <p:txBody>
          <a:bodyPr wrap="none" rtlCol="0">
            <a:spAutoFit/>
          </a:bodyPr>
          <a:lstStyle/>
          <a:p>
            <a:r>
              <a:rPr lang="en-US" b="1" dirty="0">
                <a:solidFill>
                  <a:srgbClr val="FFFFFF"/>
                </a:solidFill>
              </a:rPr>
              <a:t>Cyan</a:t>
            </a:r>
            <a:r>
              <a:rPr lang="en-US" b="1" i="0" dirty="0">
                <a:solidFill>
                  <a:srgbClr val="FFFFFF"/>
                </a:solidFill>
                <a:effectLst/>
              </a:rPr>
              <a:t> 60</a:t>
            </a:r>
            <a:endParaRPr lang="en-US" b="1" dirty="0">
              <a:solidFill>
                <a:srgbClr val="FFFFFF"/>
              </a:solidFill>
            </a:endParaRPr>
          </a:p>
        </p:txBody>
      </p:sp>
      <p:sp>
        <p:nvSpPr>
          <p:cNvPr id="24" name="Rectangle 23"/>
          <p:cNvSpPr/>
          <p:nvPr userDrawn="1"/>
        </p:nvSpPr>
        <p:spPr>
          <a:xfrm>
            <a:off x="19512379" y="2712316"/>
            <a:ext cx="1267863" cy="1267862"/>
          </a:xfrm>
          <a:prstGeom prst="rect">
            <a:avLst/>
          </a:prstGeom>
          <a:solidFill>
            <a:srgbClr val="121619"/>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bg2"/>
                </a:solidFill>
                <a:latin typeface="IBM Plex Sans" panose="020B0503050203000203" pitchFamily="34" charset="0"/>
              </a:rPr>
              <a:t>Icon</a:t>
            </a:r>
            <a:endParaRPr lang="en-US" dirty="0">
              <a:solidFill>
                <a:schemeClr val="bg2"/>
              </a:solidFill>
              <a:latin typeface="IBM Plex Sans" panose="020B0503050203000203" pitchFamily="34" charset="0"/>
            </a:endParaRPr>
          </a:p>
          <a:p>
            <a:pPr algn="ctr"/>
            <a:r>
              <a:rPr lang="en-US" dirty="0">
                <a:solidFill>
                  <a:schemeClr val="bg2"/>
                </a:solidFill>
                <a:latin typeface="IBM Plex Sans" panose="020B0503050203000203" pitchFamily="34" charset="0"/>
              </a:rPr>
              <a:t>#</a:t>
            </a:r>
            <a:r>
              <a:rPr lang="en-US" b="0" i="0" dirty="0">
                <a:solidFill>
                  <a:srgbClr val="FFFFFF"/>
                </a:solidFill>
                <a:effectLst/>
                <a:latin typeface="IBM Plex Mono" panose="020B0509050203000203" pitchFamily="49" charset="0"/>
              </a:rPr>
              <a:t>000000</a:t>
            </a:r>
            <a:endParaRPr lang="en-US" dirty="0">
              <a:solidFill>
                <a:schemeClr val="bg2"/>
              </a:solidFill>
              <a:latin typeface="IBM Plex Sans" panose="020B0503050203000203" pitchFamily="34" charset="0"/>
            </a:endParaRPr>
          </a:p>
        </p:txBody>
      </p:sp>
      <p:sp>
        <p:nvSpPr>
          <p:cNvPr id="25" name="Rectangle 24"/>
          <p:cNvSpPr/>
          <p:nvPr userDrawn="1"/>
        </p:nvSpPr>
        <p:spPr>
          <a:xfrm>
            <a:off x="19510690" y="4403963"/>
            <a:ext cx="1264019" cy="1264018"/>
          </a:xfrm>
          <a:prstGeom prst="rect">
            <a:avLst/>
          </a:prstGeom>
          <a:solidFill>
            <a:srgbClr val="FFFF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rgbClr val="262626"/>
                </a:solidFill>
                <a:latin typeface="IBM Plex Sans" panose="020B0503050203000203" pitchFamily="34" charset="0"/>
              </a:rPr>
              <a:t>Icon</a:t>
            </a:r>
            <a:endParaRPr lang="en-US" dirty="0">
              <a:solidFill>
                <a:srgbClr val="262626"/>
              </a:solidFill>
              <a:latin typeface="IBM Plex Sans" panose="020B0503050203000203" pitchFamily="34" charset="0"/>
            </a:endParaRPr>
          </a:p>
          <a:p>
            <a:pPr algn="ctr"/>
            <a:r>
              <a:rPr lang="en-US" dirty="0">
                <a:solidFill>
                  <a:srgbClr val="262626"/>
                </a:solidFill>
                <a:latin typeface="IBM Plex Sans" panose="020B0503050203000203" pitchFamily="34" charset="0"/>
              </a:rPr>
              <a:t>#</a:t>
            </a:r>
            <a:r>
              <a:rPr lang="en-US" b="0" i="0" dirty="0">
                <a:solidFill>
                  <a:srgbClr val="262626"/>
                </a:solidFill>
                <a:effectLst/>
                <a:latin typeface="IBM Plex Mono" panose="020B0509050203000203" pitchFamily="49" charset="0"/>
              </a:rPr>
              <a:t>FFFFFF</a:t>
            </a:r>
            <a:endParaRPr lang="en-US" dirty="0">
              <a:solidFill>
                <a:srgbClr val="262626"/>
              </a:solidFill>
              <a:latin typeface="IBM Plex Sans" panose="020B0503050203000203" pitchFamily="34" charset="0"/>
            </a:endParaRPr>
          </a:p>
        </p:txBody>
      </p:sp>
      <p:sp>
        <p:nvSpPr>
          <p:cNvPr id="26" name="Rectangle 25"/>
          <p:cNvSpPr/>
          <p:nvPr userDrawn="1"/>
        </p:nvSpPr>
        <p:spPr>
          <a:xfrm>
            <a:off x="12625444" y="1072749"/>
            <a:ext cx="1235879" cy="1235878"/>
          </a:xfrm>
          <a:prstGeom prst="rect">
            <a:avLst/>
          </a:prstGeom>
          <a:solidFill>
            <a:srgbClr val="F6F2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#F6F2FF</a:t>
            </a:r>
            <a:endParaRPr lang="en-US" dirty="0">
              <a:solidFill>
                <a:srgbClr val="262626"/>
              </a:solidFill>
              <a:latin typeface="IBM Plex Sans" panose="020B0503050203000203" pitchFamily="34" charset="0"/>
            </a:endParaRPr>
          </a:p>
        </p:txBody>
      </p:sp>
      <p:sp>
        <p:nvSpPr>
          <p:cNvPr id="27" name="Rectangle 26"/>
          <p:cNvSpPr/>
          <p:nvPr userDrawn="1"/>
        </p:nvSpPr>
        <p:spPr>
          <a:xfrm>
            <a:off x="18071881" y="1072749"/>
            <a:ext cx="1235879" cy="1235878"/>
          </a:xfrm>
          <a:prstGeom prst="rect">
            <a:avLst/>
          </a:prstGeom>
          <a:solidFill>
            <a:srgbClr val="E5F6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#E5F6FF</a:t>
            </a:r>
            <a:endParaRPr lang="en-US" dirty="0">
              <a:solidFill>
                <a:srgbClr val="262626"/>
              </a:solidFill>
              <a:latin typeface="IBM Plex Sans" panose="020B0503050203000203" pitchFamily="34" charset="0"/>
            </a:endParaRPr>
          </a:p>
        </p:txBody>
      </p:sp>
      <p:sp>
        <p:nvSpPr>
          <p:cNvPr id="28" name="Rectangle 27"/>
          <p:cNvSpPr/>
          <p:nvPr userDrawn="1"/>
        </p:nvSpPr>
        <p:spPr>
          <a:xfrm>
            <a:off x="14440923" y="1072749"/>
            <a:ext cx="1235879" cy="1235878"/>
          </a:xfrm>
          <a:prstGeom prst="rect">
            <a:avLst/>
          </a:prstGeom>
          <a:solidFill>
            <a:srgbClr val="FFF0F7"/>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#FFF0F7</a:t>
            </a:r>
            <a:endParaRPr lang="en-US" dirty="0">
              <a:solidFill>
                <a:srgbClr val="262626"/>
              </a:solidFill>
              <a:latin typeface="IBM Plex Sans" panose="020B0503050203000203" pitchFamily="34" charset="0"/>
            </a:endParaRPr>
          </a:p>
        </p:txBody>
      </p:sp>
      <p:sp>
        <p:nvSpPr>
          <p:cNvPr id="29" name="Rectangle 28"/>
          <p:cNvSpPr/>
          <p:nvPr userDrawn="1"/>
        </p:nvSpPr>
        <p:spPr>
          <a:xfrm>
            <a:off x="16256402" y="1072749"/>
            <a:ext cx="1235879" cy="1235878"/>
          </a:xfrm>
          <a:prstGeom prst="rect">
            <a:avLst/>
          </a:prstGeom>
          <a:solidFill>
            <a:srgbClr val="D9FBFB"/>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#D9FBFB</a:t>
            </a:r>
            <a:endParaRPr lang="en-US" dirty="0">
              <a:solidFill>
                <a:srgbClr val="262626"/>
              </a:solidFill>
              <a:latin typeface="IBM Plex Sans" panose="020B0503050203000203" pitchFamily="34" charset="0"/>
            </a:endParaRPr>
          </a:p>
        </p:txBody>
      </p:sp>
      <p:sp>
        <p:nvSpPr>
          <p:cNvPr id="30" name="TextBox 29"/>
          <p:cNvSpPr txBox="1"/>
          <p:nvPr userDrawn="1"/>
        </p:nvSpPr>
        <p:spPr>
          <a:xfrm>
            <a:off x="12602453" y="2256868"/>
            <a:ext cx="1237839" cy="369332"/>
          </a:xfrm>
          <a:prstGeom prst="rect">
            <a:avLst/>
          </a:prstGeom>
          <a:noFill/>
        </p:spPr>
        <p:txBody>
          <a:bodyPr wrap="none" rtlCol="0">
            <a:spAutoFit/>
          </a:bodyPr>
          <a:lstStyle/>
          <a:p>
            <a:r>
              <a:rPr lang="en-US" b="1" i="0" dirty="0">
                <a:solidFill>
                  <a:srgbClr val="FFFFFF"/>
                </a:solidFill>
                <a:effectLst/>
              </a:rPr>
              <a:t>Purple 10</a:t>
            </a:r>
            <a:endParaRPr lang="en-US" b="1" dirty="0">
              <a:solidFill>
                <a:srgbClr val="FFFFFF"/>
              </a:solidFill>
            </a:endParaRPr>
          </a:p>
        </p:txBody>
      </p:sp>
      <p:sp>
        <p:nvSpPr>
          <p:cNvPr id="31" name="TextBox 30"/>
          <p:cNvSpPr txBox="1"/>
          <p:nvPr userDrawn="1"/>
        </p:nvSpPr>
        <p:spPr>
          <a:xfrm>
            <a:off x="14334144" y="2256868"/>
            <a:ext cx="1449436" cy="369332"/>
          </a:xfrm>
          <a:prstGeom prst="rect">
            <a:avLst/>
          </a:prstGeom>
          <a:noFill/>
        </p:spPr>
        <p:txBody>
          <a:bodyPr wrap="none" rtlCol="0">
            <a:spAutoFit/>
          </a:bodyPr>
          <a:lstStyle/>
          <a:p>
            <a:r>
              <a:rPr lang="en-US" b="1" dirty="0">
                <a:solidFill>
                  <a:srgbClr val="FFFFFF"/>
                </a:solidFill>
              </a:rPr>
              <a:t>Magenta</a:t>
            </a:r>
            <a:r>
              <a:rPr lang="en-US" b="1" i="0" dirty="0">
                <a:solidFill>
                  <a:srgbClr val="FFFFFF"/>
                </a:solidFill>
                <a:effectLst/>
              </a:rPr>
              <a:t> 10</a:t>
            </a:r>
            <a:endParaRPr lang="en-US" b="1" dirty="0">
              <a:solidFill>
                <a:srgbClr val="FFFFFF"/>
              </a:solidFill>
            </a:endParaRPr>
          </a:p>
        </p:txBody>
      </p:sp>
      <p:sp>
        <p:nvSpPr>
          <p:cNvPr id="32" name="TextBox 31"/>
          <p:cNvSpPr txBox="1"/>
          <p:nvPr userDrawn="1"/>
        </p:nvSpPr>
        <p:spPr>
          <a:xfrm>
            <a:off x="16404771" y="2256868"/>
            <a:ext cx="966355" cy="369332"/>
          </a:xfrm>
          <a:prstGeom prst="rect">
            <a:avLst/>
          </a:prstGeom>
          <a:noFill/>
        </p:spPr>
        <p:txBody>
          <a:bodyPr wrap="none" rtlCol="0">
            <a:spAutoFit/>
          </a:bodyPr>
          <a:lstStyle/>
          <a:p>
            <a:r>
              <a:rPr lang="en-US" b="1" dirty="0">
                <a:solidFill>
                  <a:srgbClr val="FFFFFF"/>
                </a:solidFill>
              </a:rPr>
              <a:t>Teal</a:t>
            </a:r>
            <a:r>
              <a:rPr lang="en-US" b="1" i="0" dirty="0">
                <a:solidFill>
                  <a:srgbClr val="FFFFFF"/>
                </a:solidFill>
                <a:effectLst/>
              </a:rPr>
              <a:t> 10</a:t>
            </a:r>
            <a:endParaRPr lang="en-US" b="1" dirty="0">
              <a:solidFill>
                <a:srgbClr val="FFFFFF"/>
              </a:solidFill>
            </a:endParaRPr>
          </a:p>
        </p:txBody>
      </p:sp>
      <p:sp>
        <p:nvSpPr>
          <p:cNvPr id="33" name="TextBox 32"/>
          <p:cNvSpPr txBox="1"/>
          <p:nvPr userDrawn="1"/>
        </p:nvSpPr>
        <p:spPr>
          <a:xfrm>
            <a:off x="18206642" y="2256868"/>
            <a:ext cx="1055097" cy="369332"/>
          </a:xfrm>
          <a:prstGeom prst="rect">
            <a:avLst/>
          </a:prstGeom>
          <a:noFill/>
        </p:spPr>
        <p:txBody>
          <a:bodyPr wrap="none" rtlCol="0">
            <a:spAutoFit/>
          </a:bodyPr>
          <a:lstStyle/>
          <a:p>
            <a:r>
              <a:rPr lang="en-US" b="1" dirty="0">
                <a:solidFill>
                  <a:srgbClr val="FFFFFF"/>
                </a:solidFill>
              </a:rPr>
              <a:t>Cyan</a:t>
            </a:r>
            <a:r>
              <a:rPr lang="en-US" b="1" i="0" dirty="0">
                <a:solidFill>
                  <a:srgbClr val="FFFFFF"/>
                </a:solidFill>
                <a:effectLst/>
              </a:rPr>
              <a:t> 10</a:t>
            </a:r>
            <a:endParaRPr lang="en-US" b="1" dirty="0">
              <a:solidFill>
                <a:srgbClr val="FFFFFF"/>
              </a:solidFill>
            </a:endParaRPr>
          </a:p>
        </p:txBody>
      </p:sp>
      <p:sp>
        <p:nvSpPr>
          <p:cNvPr id="34" name="Rectangle 33"/>
          <p:cNvSpPr/>
          <p:nvPr userDrawn="1"/>
        </p:nvSpPr>
        <p:spPr>
          <a:xfrm>
            <a:off x="16222135" y="-2341897"/>
            <a:ext cx="1267863" cy="1267862"/>
          </a:xfrm>
          <a:prstGeom prst="rect">
            <a:avLst/>
          </a:prstGeom>
          <a:solidFill>
            <a:srgbClr val="C1C7CD"/>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endParaRPr lang="en-US" dirty="0">
              <a:solidFill>
                <a:schemeClr val="tx1"/>
              </a:solidFill>
              <a:latin typeface="IBM Plex Sans" panose="020B0503050203000203" pitchFamily="34" charset="0"/>
            </a:endParaRPr>
          </a:p>
          <a:p>
            <a:pPr algn="ctr"/>
            <a:r>
              <a:rPr lang="en-US" dirty="0">
                <a:solidFill>
                  <a:schemeClr val="tx1"/>
                </a:solidFill>
                <a:latin typeface="IBM Plex Sans" panose="020B0503050203000203" pitchFamily="34" charset="0"/>
              </a:rPr>
              <a:t>#C1C7CD</a:t>
            </a:r>
            <a:endParaRPr lang="en-US" dirty="0">
              <a:solidFill>
                <a:schemeClr val="tx1"/>
              </a:solidFill>
              <a:latin typeface="IBM Plex Sans" panose="020B0503050203000203" pitchFamily="34" charset="0"/>
            </a:endParaRPr>
          </a:p>
        </p:txBody>
      </p:sp>
      <p:sp>
        <p:nvSpPr>
          <p:cNvPr id="37" name="Rectangle 36"/>
          <p:cNvSpPr/>
          <p:nvPr userDrawn="1"/>
        </p:nvSpPr>
        <p:spPr>
          <a:xfrm>
            <a:off x="16222135" y="-801901"/>
            <a:ext cx="1267863" cy="1267862"/>
          </a:xfrm>
          <a:prstGeom prst="rect">
            <a:avLst/>
          </a:prstGeom>
          <a:solidFill>
            <a:srgbClr val="F2F4F8"/>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endParaRPr lang="en-US" dirty="0">
              <a:solidFill>
                <a:schemeClr val="tx1"/>
              </a:solidFill>
              <a:latin typeface="IBM Plex Sans" panose="020B0503050203000203" pitchFamily="34" charset="0"/>
            </a:endParaRPr>
          </a:p>
          <a:p>
            <a:pPr algn="ctr"/>
            <a:r>
              <a:rPr lang="en-US" dirty="0">
                <a:solidFill>
                  <a:schemeClr val="tx1"/>
                </a:solidFill>
                <a:latin typeface="IBM Plex Sans" panose="020B0503050203000203" pitchFamily="34" charset="0"/>
              </a:rPr>
              <a:t>#F2F4F8</a:t>
            </a:r>
            <a:endParaRPr lang="en-US" dirty="0">
              <a:solidFill>
                <a:schemeClr val="tx1"/>
              </a:solidFill>
              <a:latin typeface="IBM Plex Sans" panose="020B0503050203000203" pitchFamily="34" charset="0"/>
            </a:endParaRPr>
          </a:p>
        </p:txBody>
      </p:sp>
      <p:sp>
        <p:nvSpPr>
          <p:cNvPr id="38" name="Rectangle 37"/>
          <p:cNvSpPr/>
          <p:nvPr userDrawn="1"/>
        </p:nvSpPr>
        <p:spPr>
          <a:xfrm>
            <a:off x="14397282" y="-2352139"/>
            <a:ext cx="1267863" cy="1267862"/>
          </a:xfrm>
          <a:prstGeom prst="rect">
            <a:avLst/>
          </a:prstGeom>
          <a:solidFill>
            <a:srgbClr val="BE95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endParaRPr lang="en-US" dirty="0">
              <a:solidFill>
                <a:schemeClr val="tx1"/>
              </a:solidFill>
              <a:latin typeface="IBM Plex Sans" panose="020B0503050203000203" pitchFamily="34" charset="0"/>
            </a:endParaRPr>
          </a:p>
          <a:p>
            <a:pPr algn="ctr"/>
            <a:r>
              <a:rPr lang="en-US" dirty="0">
                <a:solidFill>
                  <a:schemeClr val="tx1"/>
                </a:solidFill>
                <a:latin typeface="IBM Plex Sans" panose="020B0503050203000203" pitchFamily="34" charset="0"/>
              </a:rPr>
              <a:t>#BE95FF</a:t>
            </a:r>
            <a:endParaRPr lang="en-US" dirty="0">
              <a:solidFill>
                <a:schemeClr val="tx1"/>
              </a:solidFill>
              <a:latin typeface="IBM Plex Sans" panose="020B0503050203000203" pitchFamily="34" charset="0"/>
            </a:endParaRPr>
          </a:p>
        </p:txBody>
      </p:sp>
      <p:sp>
        <p:nvSpPr>
          <p:cNvPr id="39" name="Rectangle 38"/>
          <p:cNvSpPr/>
          <p:nvPr userDrawn="1"/>
        </p:nvSpPr>
        <p:spPr>
          <a:xfrm>
            <a:off x="14397282" y="-812143"/>
            <a:ext cx="1267863" cy="1267862"/>
          </a:xfrm>
          <a:prstGeom prst="rect">
            <a:avLst/>
          </a:prstGeom>
          <a:solidFill>
            <a:srgbClr val="33B1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endParaRPr lang="en-US" dirty="0">
              <a:solidFill>
                <a:schemeClr val="tx1"/>
              </a:solidFill>
              <a:latin typeface="IBM Plex Sans" panose="020B0503050203000203" pitchFamily="34" charset="0"/>
            </a:endParaRPr>
          </a:p>
          <a:p>
            <a:pPr algn="ctr"/>
            <a:r>
              <a:rPr lang="en-US" dirty="0">
                <a:solidFill>
                  <a:schemeClr val="tx1"/>
                </a:solidFill>
                <a:latin typeface="IBM Plex Sans" panose="020B0503050203000203" pitchFamily="34" charset="0"/>
              </a:rPr>
              <a:t>#33B1FF</a:t>
            </a:r>
            <a:endParaRPr lang="en-US" dirty="0">
              <a:solidFill>
                <a:schemeClr val="tx1"/>
              </a:solidFill>
              <a:latin typeface="IBM Plex Sans" panose="020B0503050203000203" pitchFamily="34" charset="0"/>
            </a:endParaRPr>
          </a:p>
        </p:txBody>
      </p:sp>
      <p:sp>
        <p:nvSpPr>
          <p:cNvPr id="42" name="Rectangle 41"/>
          <p:cNvSpPr/>
          <p:nvPr userDrawn="1"/>
        </p:nvSpPr>
        <p:spPr>
          <a:xfrm>
            <a:off x="12572429" y="-2309174"/>
            <a:ext cx="1267863" cy="1267862"/>
          </a:xfrm>
          <a:prstGeom prst="rect">
            <a:avLst/>
          </a:prstGeom>
          <a:solidFill>
            <a:srgbClr val="08BDBA"/>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endParaRPr lang="en-US" dirty="0">
              <a:solidFill>
                <a:schemeClr val="tx1"/>
              </a:solidFill>
              <a:latin typeface="IBM Plex Sans" panose="020B0503050203000203" pitchFamily="34" charset="0"/>
            </a:endParaRPr>
          </a:p>
          <a:p>
            <a:pPr algn="ctr"/>
            <a:r>
              <a:rPr lang="en-US" dirty="0">
                <a:solidFill>
                  <a:schemeClr val="tx1"/>
                </a:solidFill>
                <a:latin typeface="IBM Plex Sans" panose="020B0503050203000203" pitchFamily="34" charset="0"/>
              </a:rPr>
              <a:t>#08BDBA</a:t>
            </a:r>
            <a:endParaRPr lang="en-US" dirty="0">
              <a:solidFill>
                <a:schemeClr val="tx1"/>
              </a:solidFill>
              <a:latin typeface="IBM Plex Sans" panose="020B0503050203000203" pitchFamily="34" charset="0"/>
            </a:endParaRPr>
          </a:p>
        </p:txBody>
      </p:sp>
      <p:sp>
        <p:nvSpPr>
          <p:cNvPr id="43" name="Rectangle 42"/>
          <p:cNvSpPr/>
          <p:nvPr userDrawn="1"/>
        </p:nvSpPr>
        <p:spPr>
          <a:xfrm>
            <a:off x="12572429" y="-769178"/>
            <a:ext cx="1267863" cy="1267862"/>
          </a:xfrm>
          <a:prstGeom prst="rect">
            <a:avLst/>
          </a:prstGeom>
          <a:solidFill>
            <a:srgbClr val="78A9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endParaRPr lang="en-US" dirty="0">
              <a:solidFill>
                <a:schemeClr val="tx1"/>
              </a:solidFill>
              <a:latin typeface="IBM Plex Sans" panose="020B0503050203000203" pitchFamily="34" charset="0"/>
            </a:endParaRPr>
          </a:p>
          <a:p>
            <a:pPr algn="ctr"/>
            <a:r>
              <a:rPr lang="en-US" dirty="0">
                <a:solidFill>
                  <a:schemeClr val="tx1"/>
                </a:solidFill>
                <a:latin typeface="IBM Plex Sans" panose="020B0503050203000203" pitchFamily="34" charset="0"/>
              </a:rPr>
              <a:t>#78A9FF</a:t>
            </a:r>
            <a:endParaRPr lang="en-US" dirty="0">
              <a:solidFill>
                <a:schemeClr val="tx1"/>
              </a:solidFill>
              <a:latin typeface="IBM Plex Sans" panose="020B0503050203000203" pitchFamily="34" charset="0"/>
            </a:endParaRPr>
          </a:p>
        </p:txBody>
      </p:sp>
      <p:sp>
        <p:nvSpPr>
          <p:cNvPr id="46" name="Rectangle 45"/>
          <p:cNvSpPr/>
          <p:nvPr userDrawn="1"/>
        </p:nvSpPr>
        <p:spPr>
          <a:xfrm>
            <a:off x="17993876" y="-2309174"/>
            <a:ext cx="1267863" cy="1267862"/>
          </a:xfrm>
          <a:prstGeom prst="rect">
            <a:avLst/>
          </a:prstGeom>
          <a:solidFill>
            <a:srgbClr val="525252"/>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bg2"/>
                </a:solidFill>
                <a:latin typeface="IBM Plex Sans" panose="020B0503050203000203" pitchFamily="34" charset="0"/>
              </a:rPr>
              <a:t>Labels</a:t>
            </a:r>
            <a:endParaRPr lang="en-US" dirty="0">
              <a:solidFill>
                <a:schemeClr val="bg2"/>
              </a:solidFill>
              <a:latin typeface="IBM Plex Sans" panose="020B0503050203000203" pitchFamily="34" charset="0"/>
            </a:endParaRPr>
          </a:p>
          <a:p>
            <a:pPr algn="ctr"/>
            <a:r>
              <a:rPr lang="en-US" dirty="0">
                <a:solidFill>
                  <a:schemeClr val="bg2"/>
                </a:solidFill>
                <a:latin typeface="IBM Plex Sans" panose="020B0503050203000203" pitchFamily="34" charset="0"/>
              </a:rPr>
              <a:t>#525252</a:t>
            </a:r>
            <a:endParaRPr lang="en-US" dirty="0">
              <a:solidFill>
                <a:schemeClr val="bg2"/>
              </a:solidFill>
              <a:latin typeface="IBM Plex Sans" panose="020B0503050203000203" pitchFamily="34" charset="0"/>
            </a:endParaRPr>
          </a:p>
        </p:txBody>
      </p:sp>
      <p:sp>
        <p:nvSpPr>
          <p:cNvPr id="47" name="Rectangle 46"/>
          <p:cNvSpPr/>
          <p:nvPr userDrawn="1"/>
        </p:nvSpPr>
        <p:spPr>
          <a:xfrm>
            <a:off x="17993875" y="-812143"/>
            <a:ext cx="1267863" cy="1267862"/>
          </a:xfrm>
          <a:prstGeom prst="rect">
            <a:avLst/>
          </a:prstGeom>
          <a:solidFill>
            <a:srgbClr val="262626"/>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bg2"/>
                </a:solidFill>
                <a:latin typeface="IBM Plex Sans" panose="020B0503050203000203" pitchFamily="34" charset="0"/>
              </a:rPr>
              <a:t>Text</a:t>
            </a:r>
            <a:endParaRPr lang="en-US" dirty="0">
              <a:solidFill>
                <a:schemeClr val="bg2"/>
              </a:solidFill>
              <a:latin typeface="IBM Plex Sans" panose="020B0503050203000203" pitchFamily="34" charset="0"/>
            </a:endParaRPr>
          </a:p>
          <a:p>
            <a:pPr algn="ctr"/>
            <a:r>
              <a:rPr lang="en-US" dirty="0">
                <a:solidFill>
                  <a:schemeClr val="bg2"/>
                </a:solidFill>
                <a:latin typeface="IBM Plex Sans" panose="020B0503050203000203" pitchFamily="34" charset="0"/>
              </a:rPr>
              <a:t>#262626</a:t>
            </a:r>
            <a:endParaRPr lang="en-US" dirty="0">
              <a:solidFill>
                <a:schemeClr val="bg2"/>
              </a:solidFill>
              <a:latin typeface="IBM Plex Sans" panose="020B0503050203000203" pitchFamily="34" charset="0"/>
            </a:endParaRPr>
          </a:p>
        </p:txBody>
      </p:sp>
      <p:grpSp>
        <p:nvGrpSpPr>
          <p:cNvPr id="64" name="Group 63"/>
          <p:cNvGrpSpPr/>
          <p:nvPr userDrawn="1"/>
        </p:nvGrpSpPr>
        <p:grpSpPr>
          <a:xfrm>
            <a:off x="11094856" y="6244940"/>
            <a:ext cx="1098532" cy="613059"/>
            <a:chOff x="8965342" y="4231217"/>
            <a:chExt cx="1608171" cy="897474"/>
          </a:xfrm>
        </p:grpSpPr>
        <p:pic>
          <p:nvPicPr>
            <p:cNvPr id="60" name="Graphic 59"/>
            <p:cNvPicPr>
              <a:picLocks noChangeAspect="1"/>
            </p:cNvPicPr>
            <p:nvPr userDrawn="1"/>
          </p:nvPicPr>
          <p:blipFill>
            <a:blip r:embed="rId9">
              <a:extLst>
                <a:ext uri="{96DAC541-7B7A-43D3-8B79-37D633B846F1}">
                  <asvg:svgBlip xmlns:asvg="http://schemas.microsoft.com/office/drawing/2016/SVG/main" r:embed="rId10"/>
                </a:ext>
              </a:extLst>
            </a:blip>
            <a:stretch>
              <a:fillRect/>
            </a:stretch>
          </p:blipFill>
          <p:spPr>
            <a:xfrm>
              <a:off x="9321121" y="4418033"/>
              <a:ext cx="897474" cy="355817"/>
            </a:xfrm>
            <a:prstGeom prst="rect">
              <a:avLst/>
            </a:prstGeom>
          </p:spPr>
        </p:pic>
        <p:pic>
          <p:nvPicPr>
            <p:cNvPr id="61" name="Graphic 60" hidden="1"/>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a:off x="9321121" y="4772874"/>
              <a:ext cx="897474" cy="355817"/>
            </a:xfrm>
            <a:prstGeom prst="rect">
              <a:avLst/>
            </a:prstGeom>
          </p:spPr>
        </p:pic>
        <p:pic>
          <p:nvPicPr>
            <p:cNvPr id="62" name="Graphic 61" hidden="1"/>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rot="16200000">
              <a:off x="9946868" y="4502045"/>
              <a:ext cx="897474" cy="355817"/>
            </a:xfrm>
            <a:prstGeom prst="rect">
              <a:avLst/>
            </a:prstGeom>
          </p:spPr>
        </p:pic>
        <p:pic>
          <p:nvPicPr>
            <p:cNvPr id="63" name="Graphic 62" hidden="1"/>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rot="16200000">
              <a:off x="8694514" y="4502045"/>
              <a:ext cx="897474" cy="355817"/>
            </a:xfrm>
            <a:prstGeom prst="rect">
              <a:avLst/>
            </a:prstGeom>
          </p:spPr>
        </p:pic>
      </p:grpSp>
      <p:pic>
        <p:nvPicPr>
          <p:cNvPr id="66" name="Graphic 65"/>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a:off x="241053" y="6372101"/>
            <a:ext cx="1630680" cy="247650"/>
          </a:xfrm>
          <a:prstGeom prst="rect">
            <a:avLst/>
          </a:prstGeom>
        </p:spPr>
      </p:pic>
      <p:sp>
        <p:nvSpPr>
          <p:cNvPr id="67" name="Rectangle 66" hidden="1"/>
          <p:cNvSpPr/>
          <p:nvPr userDrawn="1"/>
        </p:nvSpPr>
        <p:spPr>
          <a:xfrm>
            <a:off x="-76201" y="6356350"/>
            <a:ext cx="12353925" cy="276797"/>
          </a:xfrm>
          <a:prstGeom prst="rect">
            <a:avLst/>
          </a:prstGeom>
          <a:noFill/>
          <a:ln w="28575">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5"/>
    </p:custDataLst>
  </p:cSld>
  <p:clrMap bg1="lt1" tx1="dk1" bg2="lt2" tx2="dk2" accent1="accent1" accent2="accent2" accent3="accent3" accent4="accent4" accent5="accent5" accent6="accent6" hlink="hlink" folHlink="folHlink"/>
  <p:sldLayoutIdLst>
    <p:sldLayoutId id="2147483705" r:id="rId1"/>
    <p:sldLayoutId id="2147483706" r:id="rId2"/>
    <p:sldLayoutId id="2147483707" r:id="rId3"/>
    <p:sldLayoutId id="2147483708" r:id="rId4"/>
    <p:sldLayoutId id="2147483709" r:id="rId5"/>
    <p:sldLayoutId id="2147483710" r:id="rId6"/>
  </p:sldLayoutIdLst>
  <p:txStyles>
    <p:titleStyle>
      <a:lvl1pPr algn="l" defTabSz="914400" rtl="0" eaLnBrk="1" latinLnBrk="0" hangingPunct="1">
        <a:lnSpc>
          <a:spcPct val="90000"/>
        </a:lnSpc>
        <a:spcBef>
          <a:spcPct val="0"/>
        </a:spcBef>
        <a:buNone/>
        <a:defRPr sz="4000" b="1" i="0" kern="1200">
          <a:solidFill>
            <a:srgbClr val="525252"/>
          </a:solidFill>
          <a:latin typeface="IBM Plex Sans SemiBold" panose="020B0503050203000203" pitchFamily="34" charset="0"/>
          <a:ea typeface="IBM Plex Sans SemiBold" panose="020B0503050203000203" pitchFamily="34" charset="0"/>
          <a:cs typeface="IBM Plex Sans SemiBold" panose="020B0503050203000203" pitchFamily="34" charset="0"/>
        </a:defRPr>
      </a:lvl1pPr>
    </p:titleStyle>
    <p:bodyStyle>
      <a:lvl1pPr marL="228600" indent="-228600" algn="l" defTabSz="914400" rtl="0" eaLnBrk="1" latinLnBrk="0" hangingPunct="1">
        <a:lnSpc>
          <a:spcPct val="90000"/>
        </a:lnSpc>
        <a:spcBef>
          <a:spcPts val="1000"/>
        </a:spcBef>
        <a:buFont typeface="Arial" panose="020B0604020202020204"/>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a:buChar char="•"/>
        <a:defRPr sz="1800" kern="1200">
          <a:solidFill>
            <a:srgbClr val="262626"/>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a:buChar char="•"/>
        <a:defRPr sz="1800" kern="1200">
          <a:solidFill>
            <a:srgbClr val="262626"/>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47850"/>
            <a:ext cx="10515600" cy="4351338"/>
          </a:xfrm>
          <a:prstGeom prst="rect">
            <a:avLst/>
          </a:prstGeom>
        </p:spPr>
        <p:txBody>
          <a:bodyPr vert="horz" lIns="91440" tIns="45720" rIns="91440" bIns="45720" rtlCol="0">
            <a:normAutofit/>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p:txBody>
      </p:sp>
      <p:pic>
        <p:nvPicPr>
          <p:cNvPr id="12" name="Picture 11" descr="Text, logo&#10;&#10;Description automatically generated"/>
          <p:cNvPicPr>
            <a:picLocks noChangeAspect="1"/>
          </p:cNvPicPr>
          <p:nvPr userDrawn="1"/>
        </p:nvPicPr>
        <p:blipFill rotWithShape="1">
          <a:blip r:embed="rId7">
            <a:alphaModFix amt="5000"/>
            <a:extLst>
              <a:ext uri="{BEBA8EAE-BF5A-486C-A8C5-ECC9F3942E4B}">
                <a14:imgProps xmlns:a14="http://schemas.microsoft.com/office/drawing/2010/main">
                  <a14:imgLayer r:embed="rId8">
                    <a14:imgEffect>
                      <a14:brightnessContrast contrast="-77000"/>
                    </a14:imgEffect>
                    <a14:imgEffect>
                      <a14:saturation sat="155000"/>
                    </a14:imgEffect>
                  </a14:imgLayer>
                </a14:imgProps>
              </a:ext>
            </a:extLst>
          </a:blip>
          <a:srcRect l="-1923" r="70315"/>
          <a:stretch>
            <a:fillRect/>
          </a:stretch>
        </p:blipFill>
        <p:spPr>
          <a:xfrm>
            <a:off x="3345127" y="1418811"/>
            <a:ext cx="5501746" cy="4826130"/>
          </a:xfrm>
          <a:prstGeom prst="rect">
            <a:avLst/>
          </a:prstGeom>
        </p:spPr>
      </p:pic>
      <p:sp>
        <p:nvSpPr>
          <p:cNvPr id="4" name="Rectangle 3"/>
          <p:cNvSpPr/>
          <p:nvPr userDrawn="1"/>
        </p:nvSpPr>
        <p:spPr>
          <a:xfrm>
            <a:off x="12625444" y="2728308"/>
            <a:ext cx="1235879" cy="1235878"/>
          </a:xfrm>
          <a:prstGeom prst="rect">
            <a:avLst/>
          </a:prstGeom>
          <a:solidFill>
            <a:srgbClr val="BE95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#BE95FF</a:t>
            </a:r>
            <a:endParaRPr lang="en-US" dirty="0">
              <a:solidFill>
                <a:srgbClr val="262626"/>
              </a:solidFill>
              <a:latin typeface="IBM Plex Sans" panose="020B0503050203000203" pitchFamily="34" charset="0"/>
            </a:endParaRPr>
          </a:p>
        </p:txBody>
      </p:sp>
      <p:sp>
        <p:nvSpPr>
          <p:cNvPr id="5" name="Rectangle 4"/>
          <p:cNvSpPr/>
          <p:nvPr userDrawn="1"/>
        </p:nvSpPr>
        <p:spPr>
          <a:xfrm>
            <a:off x="18071881" y="2728308"/>
            <a:ext cx="1235879" cy="1235878"/>
          </a:xfrm>
          <a:prstGeom prst="rect">
            <a:avLst/>
          </a:prstGeom>
          <a:solidFill>
            <a:srgbClr val="33B1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#33B1FF</a:t>
            </a:r>
            <a:endParaRPr lang="en-US" dirty="0">
              <a:solidFill>
                <a:srgbClr val="262626"/>
              </a:solidFill>
              <a:latin typeface="IBM Plex Sans" panose="020B0503050203000203" pitchFamily="34" charset="0"/>
            </a:endParaRPr>
          </a:p>
        </p:txBody>
      </p:sp>
      <p:sp>
        <p:nvSpPr>
          <p:cNvPr id="6" name="Rectangle 5"/>
          <p:cNvSpPr/>
          <p:nvPr userDrawn="1"/>
        </p:nvSpPr>
        <p:spPr>
          <a:xfrm>
            <a:off x="14440923" y="2728308"/>
            <a:ext cx="1235879" cy="1235878"/>
          </a:xfrm>
          <a:prstGeom prst="rect">
            <a:avLst/>
          </a:prstGeom>
          <a:solidFill>
            <a:srgbClr val="FF7EB6"/>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#FF7EB6</a:t>
            </a:r>
            <a:endParaRPr lang="en-US" dirty="0">
              <a:solidFill>
                <a:srgbClr val="262626"/>
              </a:solidFill>
              <a:latin typeface="IBM Plex Sans" panose="020B0503050203000203" pitchFamily="34" charset="0"/>
            </a:endParaRPr>
          </a:p>
        </p:txBody>
      </p:sp>
      <p:sp>
        <p:nvSpPr>
          <p:cNvPr id="9" name="Rectangle 8"/>
          <p:cNvSpPr/>
          <p:nvPr userDrawn="1"/>
        </p:nvSpPr>
        <p:spPr>
          <a:xfrm>
            <a:off x="16256402" y="2728308"/>
            <a:ext cx="1235879" cy="1235878"/>
          </a:xfrm>
          <a:prstGeom prst="rect">
            <a:avLst/>
          </a:prstGeom>
          <a:solidFill>
            <a:srgbClr val="08BDBA"/>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#08BDBA</a:t>
            </a:r>
            <a:endParaRPr lang="en-US" dirty="0">
              <a:solidFill>
                <a:srgbClr val="262626"/>
              </a:solidFill>
              <a:latin typeface="IBM Plex Sans" panose="020B0503050203000203" pitchFamily="34" charset="0"/>
            </a:endParaRPr>
          </a:p>
        </p:txBody>
      </p:sp>
      <p:sp>
        <p:nvSpPr>
          <p:cNvPr id="10" name="TextBox 9"/>
          <p:cNvSpPr txBox="1"/>
          <p:nvPr userDrawn="1"/>
        </p:nvSpPr>
        <p:spPr>
          <a:xfrm>
            <a:off x="12602453" y="3912427"/>
            <a:ext cx="1237839" cy="369332"/>
          </a:xfrm>
          <a:prstGeom prst="rect">
            <a:avLst/>
          </a:prstGeom>
          <a:noFill/>
        </p:spPr>
        <p:txBody>
          <a:bodyPr wrap="none" rtlCol="0">
            <a:spAutoFit/>
          </a:bodyPr>
          <a:lstStyle/>
          <a:p>
            <a:r>
              <a:rPr lang="en-US" b="1" i="0" dirty="0">
                <a:solidFill>
                  <a:srgbClr val="FFFFFF"/>
                </a:solidFill>
                <a:effectLst/>
              </a:rPr>
              <a:t>Purple 40</a:t>
            </a:r>
            <a:endParaRPr lang="en-US" b="1" dirty="0">
              <a:solidFill>
                <a:srgbClr val="FFFFFF"/>
              </a:solidFill>
            </a:endParaRPr>
          </a:p>
        </p:txBody>
      </p:sp>
      <p:sp>
        <p:nvSpPr>
          <p:cNvPr id="13" name="TextBox 12"/>
          <p:cNvSpPr txBox="1"/>
          <p:nvPr userDrawn="1"/>
        </p:nvSpPr>
        <p:spPr>
          <a:xfrm>
            <a:off x="14334144" y="3912427"/>
            <a:ext cx="1449436" cy="369332"/>
          </a:xfrm>
          <a:prstGeom prst="rect">
            <a:avLst/>
          </a:prstGeom>
          <a:noFill/>
        </p:spPr>
        <p:txBody>
          <a:bodyPr wrap="none" rtlCol="0">
            <a:spAutoFit/>
          </a:bodyPr>
          <a:lstStyle/>
          <a:p>
            <a:r>
              <a:rPr lang="en-US" b="1" dirty="0">
                <a:solidFill>
                  <a:srgbClr val="FFFFFF"/>
                </a:solidFill>
              </a:rPr>
              <a:t>Magenta</a:t>
            </a:r>
            <a:r>
              <a:rPr lang="en-US" b="1" i="0" dirty="0">
                <a:solidFill>
                  <a:srgbClr val="FFFFFF"/>
                </a:solidFill>
                <a:effectLst/>
              </a:rPr>
              <a:t> 40</a:t>
            </a:r>
            <a:endParaRPr lang="en-US" b="1" dirty="0">
              <a:solidFill>
                <a:srgbClr val="FFFFFF"/>
              </a:solidFill>
            </a:endParaRPr>
          </a:p>
        </p:txBody>
      </p:sp>
      <p:sp>
        <p:nvSpPr>
          <p:cNvPr id="14" name="TextBox 13"/>
          <p:cNvSpPr txBox="1"/>
          <p:nvPr userDrawn="1"/>
        </p:nvSpPr>
        <p:spPr>
          <a:xfrm>
            <a:off x="16404771" y="3912427"/>
            <a:ext cx="966355" cy="369332"/>
          </a:xfrm>
          <a:prstGeom prst="rect">
            <a:avLst/>
          </a:prstGeom>
          <a:noFill/>
        </p:spPr>
        <p:txBody>
          <a:bodyPr wrap="none" rtlCol="0">
            <a:spAutoFit/>
          </a:bodyPr>
          <a:lstStyle/>
          <a:p>
            <a:r>
              <a:rPr lang="en-US" b="1" dirty="0">
                <a:solidFill>
                  <a:srgbClr val="FFFFFF"/>
                </a:solidFill>
              </a:rPr>
              <a:t>Teal</a:t>
            </a:r>
            <a:r>
              <a:rPr lang="en-US" b="1" i="0" dirty="0">
                <a:solidFill>
                  <a:srgbClr val="FFFFFF"/>
                </a:solidFill>
                <a:effectLst/>
              </a:rPr>
              <a:t> 40</a:t>
            </a:r>
            <a:endParaRPr lang="en-US" b="1" dirty="0">
              <a:solidFill>
                <a:srgbClr val="FFFFFF"/>
              </a:solidFill>
            </a:endParaRPr>
          </a:p>
        </p:txBody>
      </p:sp>
      <p:sp>
        <p:nvSpPr>
          <p:cNvPr id="15" name="TextBox 14"/>
          <p:cNvSpPr txBox="1"/>
          <p:nvPr userDrawn="1"/>
        </p:nvSpPr>
        <p:spPr>
          <a:xfrm>
            <a:off x="18206642" y="3912427"/>
            <a:ext cx="1055097" cy="369332"/>
          </a:xfrm>
          <a:prstGeom prst="rect">
            <a:avLst/>
          </a:prstGeom>
          <a:noFill/>
        </p:spPr>
        <p:txBody>
          <a:bodyPr wrap="none" rtlCol="0">
            <a:spAutoFit/>
          </a:bodyPr>
          <a:lstStyle/>
          <a:p>
            <a:r>
              <a:rPr lang="en-US" b="1" dirty="0">
                <a:solidFill>
                  <a:srgbClr val="FFFFFF"/>
                </a:solidFill>
              </a:rPr>
              <a:t>Cyan</a:t>
            </a:r>
            <a:r>
              <a:rPr lang="en-US" b="1" i="0" dirty="0">
                <a:solidFill>
                  <a:srgbClr val="FFFFFF"/>
                </a:solidFill>
                <a:effectLst/>
              </a:rPr>
              <a:t> 40</a:t>
            </a:r>
            <a:endParaRPr lang="en-US" b="1" dirty="0">
              <a:solidFill>
                <a:srgbClr val="FFFFFF"/>
              </a:solidFill>
            </a:endParaRPr>
          </a:p>
        </p:txBody>
      </p:sp>
      <p:sp>
        <p:nvSpPr>
          <p:cNvPr id="16" name="Rectangle 15"/>
          <p:cNvSpPr/>
          <p:nvPr userDrawn="1"/>
        </p:nvSpPr>
        <p:spPr>
          <a:xfrm>
            <a:off x="12625444" y="4418033"/>
            <a:ext cx="1235879" cy="1235878"/>
          </a:xfrm>
          <a:prstGeom prst="rect">
            <a:avLst/>
          </a:prstGeom>
          <a:solidFill>
            <a:srgbClr val="8A3FFC"/>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latin typeface="IBM Plex Sans" panose="020B0503050203000203" pitchFamily="34" charset="0"/>
              </a:rPr>
              <a:t>#8A3FFC</a:t>
            </a:r>
            <a:endParaRPr lang="en-US" dirty="0">
              <a:solidFill>
                <a:schemeClr val="bg2"/>
              </a:solidFill>
              <a:latin typeface="IBM Plex Sans" panose="020B0503050203000203" pitchFamily="34" charset="0"/>
            </a:endParaRPr>
          </a:p>
        </p:txBody>
      </p:sp>
      <p:sp>
        <p:nvSpPr>
          <p:cNvPr id="17" name="Rectangle 16"/>
          <p:cNvSpPr/>
          <p:nvPr userDrawn="1"/>
        </p:nvSpPr>
        <p:spPr>
          <a:xfrm>
            <a:off x="18071881" y="4418033"/>
            <a:ext cx="1235879" cy="1235878"/>
          </a:xfrm>
          <a:prstGeom prst="rect">
            <a:avLst/>
          </a:prstGeom>
          <a:solidFill>
            <a:srgbClr val="0072C3"/>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latin typeface="IBM Plex Sans" panose="020B0503050203000203" pitchFamily="34" charset="0"/>
              </a:rPr>
              <a:t>#0072C3</a:t>
            </a:r>
            <a:endParaRPr lang="en-US" dirty="0">
              <a:solidFill>
                <a:schemeClr val="bg2"/>
              </a:solidFill>
              <a:latin typeface="IBM Plex Sans" panose="020B0503050203000203" pitchFamily="34" charset="0"/>
            </a:endParaRPr>
          </a:p>
        </p:txBody>
      </p:sp>
      <p:sp>
        <p:nvSpPr>
          <p:cNvPr id="18" name="Rectangle 17"/>
          <p:cNvSpPr/>
          <p:nvPr userDrawn="1"/>
        </p:nvSpPr>
        <p:spPr>
          <a:xfrm>
            <a:off x="14440923" y="4418033"/>
            <a:ext cx="1235879" cy="1235878"/>
          </a:xfrm>
          <a:prstGeom prst="rect">
            <a:avLst/>
          </a:prstGeom>
          <a:solidFill>
            <a:srgbClr val="D02670"/>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latin typeface="IBM Plex Sans" panose="020B0503050203000203" pitchFamily="34" charset="0"/>
              </a:rPr>
              <a:t>#D02670</a:t>
            </a:r>
            <a:endParaRPr lang="en-US" dirty="0">
              <a:solidFill>
                <a:schemeClr val="bg2"/>
              </a:solidFill>
              <a:latin typeface="IBM Plex Sans" panose="020B0503050203000203" pitchFamily="34" charset="0"/>
            </a:endParaRPr>
          </a:p>
        </p:txBody>
      </p:sp>
      <p:sp>
        <p:nvSpPr>
          <p:cNvPr id="19" name="Rectangle 18"/>
          <p:cNvSpPr/>
          <p:nvPr userDrawn="1"/>
        </p:nvSpPr>
        <p:spPr>
          <a:xfrm>
            <a:off x="16256402" y="4418033"/>
            <a:ext cx="1235879" cy="1235878"/>
          </a:xfrm>
          <a:prstGeom prst="rect">
            <a:avLst/>
          </a:prstGeom>
          <a:solidFill>
            <a:srgbClr val="007D79"/>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latin typeface="IBM Plex Sans" panose="020B0503050203000203" pitchFamily="34" charset="0"/>
              </a:rPr>
              <a:t>#007D79</a:t>
            </a:r>
            <a:endParaRPr lang="en-US" dirty="0">
              <a:solidFill>
                <a:schemeClr val="bg2"/>
              </a:solidFill>
              <a:latin typeface="IBM Plex Sans" panose="020B0503050203000203" pitchFamily="34" charset="0"/>
            </a:endParaRPr>
          </a:p>
        </p:txBody>
      </p:sp>
      <p:sp>
        <p:nvSpPr>
          <p:cNvPr id="20" name="TextBox 19"/>
          <p:cNvSpPr txBox="1"/>
          <p:nvPr userDrawn="1"/>
        </p:nvSpPr>
        <p:spPr>
          <a:xfrm>
            <a:off x="12602453" y="5602152"/>
            <a:ext cx="1237839" cy="369332"/>
          </a:xfrm>
          <a:prstGeom prst="rect">
            <a:avLst/>
          </a:prstGeom>
          <a:noFill/>
        </p:spPr>
        <p:txBody>
          <a:bodyPr wrap="none" rtlCol="0">
            <a:spAutoFit/>
          </a:bodyPr>
          <a:lstStyle/>
          <a:p>
            <a:r>
              <a:rPr lang="en-US" b="1" i="0" dirty="0">
                <a:solidFill>
                  <a:srgbClr val="FFFFFF"/>
                </a:solidFill>
                <a:effectLst/>
              </a:rPr>
              <a:t>Purple 60</a:t>
            </a:r>
            <a:endParaRPr lang="en-US" b="1" dirty="0">
              <a:solidFill>
                <a:srgbClr val="FFFFFF"/>
              </a:solidFill>
            </a:endParaRPr>
          </a:p>
        </p:txBody>
      </p:sp>
      <p:sp>
        <p:nvSpPr>
          <p:cNvPr id="21" name="TextBox 20"/>
          <p:cNvSpPr txBox="1"/>
          <p:nvPr userDrawn="1"/>
        </p:nvSpPr>
        <p:spPr>
          <a:xfrm>
            <a:off x="14334144" y="5602152"/>
            <a:ext cx="1448025" cy="369332"/>
          </a:xfrm>
          <a:prstGeom prst="rect">
            <a:avLst/>
          </a:prstGeom>
          <a:noFill/>
        </p:spPr>
        <p:txBody>
          <a:bodyPr wrap="none" rtlCol="0">
            <a:spAutoFit/>
          </a:bodyPr>
          <a:lstStyle/>
          <a:p>
            <a:r>
              <a:rPr lang="en-US" b="1" dirty="0">
                <a:solidFill>
                  <a:srgbClr val="FFFFFF"/>
                </a:solidFill>
              </a:rPr>
              <a:t>Magenta</a:t>
            </a:r>
            <a:r>
              <a:rPr lang="en-US" b="1" i="0" dirty="0">
                <a:solidFill>
                  <a:srgbClr val="FFFFFF"/>
                </a:solidFill>
                <a:effectLst/>
              </a:rPr>
              <a:t> 60</a:t>
            </a:r>
            <a:endParaRPr lang="en-US" b="1" dirty="0">
              <a:solidFill>
                <a:srgbClr val="FFFFFF"/>
              </a:solidFill>
            </a:endParaRPr>
          </a:p>
        </p:txBody>
      </p:sp>
      <p:sp>
        <p:nvSpPr>
          <p:cNvPr id="22" name="TextBox 21"/>
          <p:cNvSpPr txBox="1"/>
          <p:nvPr userDrawn="1"/>
        </p:nvSpPr>
        <p:spPr>
          <a:xfrm>
            <a:off x="16404771" y="5602152"/>
            <a:ext cx="966931" cy="369332"/>
          </a:xfrm>
          <a:prstGeom prst="rect">
            <a:avLst/>
          </a:prstGeom>
          <a:noFill/>
        </p:spPr>
        <p:txBody>
          <a:bodyPr wrap="none" rtlCol="0">
            <a:spAutoFit/>
          </a:bodyPr>
          <a:lstStyle/>
          <a:p>
            <a:r>
              <a:rPr lang="en-US" b="1" dirty="0">
                <a:solidFill>
                  <a:srgbClr val="FFFFFF"/>
                </a:solidFill>
              </a:rPr>
              <a:t>Teal</a:t>
            </a:r>
            <a:r>
              <a:rPr lang="en-US" b="1" i="0" dirty="0">
                <a:solidFill>
                  <a:srgbClr val="FFFFFF"/>
                </a:solidFill>
                <a:effectLst/>
              </a:rPr>
              <a:t> 60</a:t>
            </a:r>
            <a:endParaRPr lang="en-US" b="1" dirty="0">
              <a:solidFill>
                <a:srgbClr val="FFFFFF"/>
              </a:solidFill>
            </a:endParaRPr>
          </a:p>
        </p:txBody>
      </p:sp>
      <p:sp>
        <p:nvSpPr>
          <p:cNvPr id="23" name="TextBox 22"/>
          <p:cNvSpPr txBox="1"/>
          <p:nvPr userDrawn="1"/>
        </p:nvSpPr>
        <p:spPr>
          <a:xfrm>
            <a:off x="18206642" y="5602152"/>
            <a:ext cx="1055097" cy="369332"/>
          </a:xfrm>
          <a:prstGeom prst="rect">
            <a:avLst/>
          </a:prstGeom>
          <a:noFill/>
        </p:spPr>
        <p:txBody>
          <a:bodyPr wrap="none" rtlCol="0">
            <a:spAutoFit/>
          </a:bodyPr>
          <a:lstStyle/>
          <a:p>
            <a:r>
              <a:rPr lang="en-US" b="1" dirty="0">
                <a:solidFill>
                  <a:srgbClr val="FFFFFF"/>
                </a:solidFill>
              </a:rPr>
              <a:t>Cyan</a:t>
            </a:r>
            <a:r>
              <a:rPr lang="en-US" b="1" i="0" dirty="0">
                <a:solidFill>
                  <a:srgbClr val="FFFFFF"/>
                </a:solidFill>
                <a:effectLst/>
              </a:rPr>
              <a:t> 60</a:t>
            </a:r>
            <a:endParaRPr lang="en-US" b="1" dirty="0">
              <a:solidFill>
                <a:srgbClr val="FFFFFF"/>
              </a:solidFill>
            </a:endParaRPr>
          </a:p>
        </p:txBody>
      </p:sp>
      <p:sp>
        <p:nvSpPr>
          <p:cNvPr id="24" name="Rectangle 23"/>
          <p:cNvSpPr/>
          <p:nvPr userDrawn="1"/>
        </p:nvSpPr>
        <p:spPr>
          <a:xfrm>
            <a:off x="19512379" y="2712316"/>
            <a:ext cx="1267863" cy="1267862"/>
          </a:xfrm>
          <a:prstGeom prst="rect">
            <a:avLst/>
          </a:prstGeom>
          <a:solidFill>
            <a:srgbClr val="121619"/>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bg2"/>
                </a:solidFill>
                <a:latin typeface="IBM Plex Sans" panose="020B0503050203000203" pitchFamily="34" charset="0"/>
              </a:rPr>
              <a:t>Icon</a:t>
            </a:r>
            <a:endParaRPr lang="en-US" dirty="0">
              <a:solidFill>
                <a:schemeClr val="bg2"/>
              </a:solidFill>
              <a:latin typeface="IBM Plex Sans" panose="020B0503050203000203" pitchFamily="34" charset="0"/>
            </a:endParaRPr>
          </a:p>
          <a:p>
            <a:pPr algn="ctr"/>
            <a:r>
              <a:rPr lang="en-US" dirty="0">
                <a:solidFill>
                  <a:schemeClr val="bg2"/>
                </a:solidFill>
                <a:latin typeface="IBM Plex Sans" panose="020B0503050203000203" pitchFamily="34" charset="0"/>
              </a:rPr>
              <a:t>#</a:t>
            </a:r>
            <a:r>
              <a:rPr lang="en-US" b="0" i="0" dirty="0">
                <a:solidFill>
                  <a:srgbClr val="FFFFFF"/>
                </a:solidFill>
                <a:effectLst/>
                <a:latin typeface="IBM Plex Mono" panose="020B0509050203000203" pitchFamily="49" charset="0"/>
              </a:rPr>
              <a:t>000000</a:t>
            </a:r>
            <a:endParaRPr lang="en-US" dirty="0">
              <a:solidFill>
                <a:schemeClr val="bg2"/>
              </a:solidFill>
              <a:latin typeface="IBM Plex Sans" panose="020B0503050203000203" pitchFamily="34" charset="0"/>
            </a:endParaRPr>
          </a:p>
        </p:txBody>
      </p:sp>
      <p:sp>
        <p:nvSpPr>
          <p:cNvPr id="25" name="Rectangle 24"/>
          <p:cNvSpPr/>
          <p:nvPr userDrawn="1"/>
        </p:nvSpPr>
        <p:spPr>
          <a:xfrm>
            <a:off x="19510690" y="4403963"/>
            <a:ext cx="1264019" cy="1264018"/>
          </a:xfrm>
          <a:prstGeom prst="rect">
            <a:avLst/>
          </a:prstGeom>
          <a:solidFill>
            <a:srgbClr val="FFFF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rgbClr val="262626"/>
                </a:solidFill>
                <a:latin typeface="IBM Plex Sans" panose="020B0503050203000203" pitchFamily="34" charset="0"/>
              </a:rPr>
              <a:t>Icon</a:t>
            </a:r>
            <a:endParaRPr lang="en-US" dirty="0">
              <a:solidFill>
                <a:srgbClr val="262626"/>
              </a:solidFill>
              <a:latin typeface="IBM Plex Sans" panose="020B0503050203000203" pitchFamily="34" charset="0"/>
            </a:endParaRPr>
          </a:p>
          <a:p>
            <a:pPr algn="ctr"/>
            <a:r>
              <a:rPr lang="en-US" dirty="0">
                <a:solidFill>
                  <a:srgbClr val="262626"/>
                </a:solidFill>
                <a:latin typeface="IBM Plex Sans" panose="020B0503050203000203" pitchFamily="34" charset="0"/>
              </a:rPr>
              <a:t>#</a:t>
            </a:r>
            <a:r>
              <a:rPr lang="en-US" b="0" i="0" dirty="0">
                <a:solidFill>
                  <a:srgbClr val="262626"/>
                </a:solidFill>
                <a:effectLst/>
                <a:latin typeface="IBM Plex Mono" panose="020B0509050203000203" pitchFamily="49" charset="0"/>
              </a:rPr>
              <a:t>FFFFFF</a:t>
            </a:r>
            <a:endParaRPr lang="en-US" dirty="0">
              <a:solidFill>
                <a:srgbClr val="262626"/>
              </a:solidFill>
              <a:latin typeface="IBM Plex Sans" panose="020B0503050203000203" pitchFamily="34" charset="0"/>
            </a:endParaRPr>
          </a:p>
        </p:txBody>
      </p:sp>
      <p:sp>
        <p:nvSpPr>
          <p:cNvPr id="26" name="Rectangle 25"/>
          <p:cNvSpPr/>
          <p:nvPr userDrawn="1"/>
        </p:nvSpPr>
        <p:spPr>
          <a:xfrm>
            <a:off x="12625444" y="1072749"/>
            <a:ext cx="1235879" cy="1235878"/>
          </a:xfrm>
          <a:prstGeom prst="rect">
            <a:avLst/>
          </a:prstGeom>
          <a:solidFill>
            <a:srgbClr val="F6F2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#F6F2FF</a:t>
            </a:r>
            <a:endParaRPr lang="en-US" dirty="0">
              <a:solidFill>
                <a:srgbClr val="262626"/>
              </a:solidFill>
              <a:latin typeface="IBM Plex Sans" panose="020B0503050203000203" pitchFamily="34" charset="0"/>
            </a:endParaRPr>
          </a:p>
        </p:txBody>
      </p:sp>
      <p:sp>
        <p:nvSpPr>
          <p:cNvPr id="27" name="Rectangle 26"/>
          <p:cNvSpPr/>
          <p:nvPr userDrawn="1"/>
        </p:nvSpPr>
        <p:spPr>
          <a:xfrm>
            <a:off x="18071881" y="1072749"/>
            <a:ext cx="1235879" cy="1235878"/>
          </a:xfrm>
          <a:prstGeom prst="rect">
            <a:avLst/>
          </a:prstGeom>
          <a:solidFill>
            <a:srgbClr val="E5F6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#E5F6FF</a:t>
            </a:r>
            <a:endParaRPr lang="en-US" dirty="0">
              <a:solidFill>
                <a:srgbClr val="262626"/>
              </a:solidFill>
              <a:latin typeface="IBM Plex Sans" panose="020B0503050203000203" pitchFamily="34" charset="0"/>
            </a:endParaRPr>
          </a:p>
        </p:txBody>
      </p:sp>
      <p:sp>
        <p:nvSpPr>
          <p:cNvPr id="28" name="Rectangle 27"/>
          <p:cNvSpPr/>
          <p:nvPr userDrawn="1"/>
        </p:nvSpPr>
        <p:spPr>
          <a:xfrm>
            <a:off x="14440923" y="1072749"/>
            <a:ext cx="1235879" cy="1235878"/>
          </a:xfrm>
          <a:prstGeom prst="rect">
            <a:avLst/>
          </a:prstGeom>
          <a:solidFill>
            <a:srgbClr val="FFF0F7"/>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#FFF0F7</a:t>
            </a:r>
            <a:endParaRPr lang="en-US" dirty="0">
              <a:solidFill>
                <a:srgbClr val="262626"/>
              </a:solidFill>
              <a:latin typeface="IBM Plex Sans" panose="020B0503050203000203" pitchFamily="34" charset="0"/>
            </a:endParaRPr>
          </a:p>
        </p:txBody>
      </p:sp>
      <p:sp>
        <p:nvSpPr>
          <p:cNvPr id="29" name="Rectangle 28"/>
          <p:cNvSpPr/>
          <p:nvPr userDrawn="1"/>
        </p:nvSpPr>
        <p:spPr>
          <a:xfrm>
            <a:off x="16256402" y="1072749"/>
            <a:ext cx="1235879" cy="1235878"/>
          </a:xfrm>
          <a:prstGeom prst="rect">
            <a:avLst/>
          </a:prstGeom>
          <a:solidFill>
            <a:srgbClr val="D9FBFB"/>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#D9FBFB</a:t>
            </a:r>
            <a:endParaRPr lang="en-US" dirty="0">
              <a:solidFill>
                <a:srgbClr val="262626"/>
              </a:solidFill>
              <a:latin typeface="IBM Plex Sans" panose="020B0503050203000203" pitchFamily="34" charset="0"/>
            </a:endParaRPr>
          </a:p>
        </p:txBody>
      </p:sp>
      <p:sp>
        <p:nvSpPr>
          <p:cNvPr id="30" name="TextBox 29"/>
          <p:cNvSpPr txBox="1"/>
          <p:nvPr userDrawn="1"/>
        </p:nvSpPr>
        <p:spPr>
          <a:xfrm>
            <a:off x="12602453" y="2256868"/>
            <a:ext cx="1237839" cy="369332"/>
          </a:xfrm>
          <a:prstGeom prst="rect">
            <a:avLst/>
          </a:prstGeom>
          <a:noFill/>
        </p:spPr>
        <p:txBody>
          <a:bodyPr wrap="none" rtlCol="0">
            <a:spAutoFit/>
          </a:bodyPr>
          <a:lstStyle/>
          <a:p>
            <a:r>
              <a:rPr lang="en-US" b="1" i="0" dirty="0">
                <a:solidFill>
                  <a:srgbClr val="FFFFFF"/>
                </a:solidFill>
                <a:effectLst/>
              </a:rPr>
              <a:t>Purple 10</a:t>
            </a:r>
            <a:endParaRPr lang="en-US" b="1" dirty="0">
              <a:solidFill>
                <a:srgbClr val="FFFFFF"/>
              </a:solidFill>
            </a:endParaRPr>
          </a:p>
        </p:txBody>
      </p:sp>
      <p:sp>
        <p:nvSpPr>
          <p:cNvPr id="31" name="TextBox 30"/>
          <p:cNvSpPr txBox="1"/>
          <p:nvPr userDrawn="1"/>
        </p:nvSpPr>
        <p:spPr>
          <a:xfrm>
            <a:off x="14334144" y="2256868"/>
            <a:ext cx="1449436" cy="369332"/>
          </a:xfrm>
          <a:prstGeom prst="rect">
            <a:avLst/>
          </a:prstGeom>
          <a:noFill/>
        </p:spPr>
        <p:txBody>
          <a:bodyPr wrap="none" rtlCol="0">
            <a:spAutoFit/>
          </a:bodyPr>
          <a:lstStyle/>
          <a:p>
            <a:r>
              <a:rPr lang="en-US" b="1" dirty="0">
                <a:solidFill>
                  <a:srgbClr val="FFFFFF"/>
                </a:solidFill>
              </a:rPr>
              <a:t>Magenta</a:t>
            </a:r>
            <a:r>
              <a:rPr lang="en-US" b="1" i="0" dirty="0">
                <a:solidFill>
                  <a:srgbClr val="FFFFFF"/>
                </a:solidFill>
                <a:effectLst/>
              </a:rPr>
              <a:t> 10</a:t>
            </a:r>
            <a:endParaRPr lang="en-US" b="1" dirty="0">
              <a:solidFill>
                <a:srgbClr val="FFFFFF"/>
              </a:solidFill>
            </a:endParaRPr>
          </a:p>
        </p:txBody>
      </p:sp>
      <p:sp>
        <p:nvSpPr>
          <p:cNvPr id="32" name="TextBox 31"/>
          <p:cNvSpPr txBox="1"/>
          <p:nvPr userDrawn="1"/>
        </p:nvSpPr>
        <p:spPr>
          <a:xfrm>
            <a:off x="16404771" y="2256868"/>
            <a:ext cx="966355" cy="369332"/>
          </a:xfrm>
          <a:prstGeom prst="rect">
            <a:avLst/>
          </a:prstGeom>
          <a:noFill/>
        </p:spPr>
        <p:txBody>
          <a:bodyPr wrap="none" rtlCol="0">
            <a:spAutoFit/>
          </a:bodyPr>
          <a:lstStyle/>
          <a:p>
            <a:r>
              <a:rPr lang="en-US" b="1" dirty="0">
                <a:solidFill>
                  <a:srgbClr val="FFFFFF"/>
                </a:solidFill>
              </a:rPr>
              <a:t>Teal</a:t>
            </a:r>
            <a:r>
              <a:rPr lang="en-US" b="1" i="0" dirty="0">
                <a:solidFill>
                  <a:srgbClr val="FFFFFF"/>
                </a:solidFill>
                <a:effectLst/>
              </a:rPr>
              <a:t> 10</a:t>
            </a:r>
            <a:endParaRPr lang="en-US" b="1" dirty="0">
              <a:solidFill>
                <a:srgbClr val="FFFFFF"/>
              </a:solidFill>
            </a:endParaRPr>
          </a:p>
        </p:txBody>
      </p:sp>
      <p:sp>
        <p:nvSpPr>
          <p:cNvPr id="33" name="TextBox 32"/>
          <p:cNvSpPr txBox="1"/>
          <p:nvPr userDrawn="1"/>
        </p:nvSpPr>
        <p:spPr>
          <a:xfrm>
            <a:off x="18206642" y="2256868"/>
            <a:ext cx="1055097" cy="369332"/>
          </a:xfrm>
          <a:prstGeom prst="rect">
            <a:avLst/>
          </a:prstGeom>
          <a:noFill/>
        </p:spPr>
        <p:txBody>
          <a:bodyPr wrap="none" rtlCol="0">
            <a:spAutoFit/>
          </a:bodyPr>
          <a:lstStyle/>
          <a:p>
            <a:r>
              <a:rPr lang="en-US" b="1" dirty="0">
                <a:solidFill>
                  <a:srgbClr val="FFFFFF"/>
                </a:solidFill>
              </a:rPr>
              <a:t>Cyan</a:t>
            </a:r>
            <a:r>
              <a:rPr lang="en-US" b="1" i="0" dirty="0">
                <a:solidFill>
                  <a:srgbClr val="FFFFFF"/>
                </a:solidFill>
                <a:effectLst/>
              </a:rPr>
              <a:t> 10</a:t>
            </a:r>
            <a:endParaRPr lang="en-US" b="1" dirty="0">
              <a:solidFill>
                <a:srgbClr val="FFFFFF"/>
              </a:solidFill>
            </a:endParaRPr>
          </a:p>
        </p:txBody>
      </p:sp>
      <p:sp>
        <p:nvSpPr>
          <p:cNvPr id="34" name="Rectangle 33"/>
          <p:cNvSpPr/>
          <p:nvPr userDrawn="1"/>
        </p:nvSpPr>
        <p:spPr>
          <a:xfrm>
            <a:off x="16222135" y="-2341897"/>
            <a:ext cx="1267863" cy="1267862"/>
          </a:xfrm>
          <a:prstGeom prst="rect">
            <a:avLst/>
          </a:prstGeom>
          <a:solidFill>
            <a:srgbClr val="C1C7CD"/>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endParaRPr lang="en-US" dirty="0">
              <a:solidFill>
                <a:schemeClr val="tx1"/>
              </a:solidFill>
              <a:latin typeface="IBM Plex Sans" panose="020B0503050203000203" pitchFamily="34" charset="0"/>
            </a:endParaRPr>
          </a:p>
          <a:p>
            <a:pPr algn="ctr"/>
            <a:r>
              <a:rPr lang="en-US" dirty="0">
                <a:solidFill>
                  <a:schemeClr val="tx1"/>
                </a:solidFill>
                <a:latin typeface="IBM Plex Sans" panose="020B0503050203000203" pitchFamily="34" charset="0"/>
              </a:rPr>
              <a:t>#C1C7CD</a:t>
            </a:r>
            <a:endParaRPr lang="en-US" dirty="0">
              <a:solidFill>
                <a:schemeClr val="tx1"/>
              </a:solidFill>
              <a:latin typeface="IBM Plex Sans" panose="020B0503050203000203" pitchFamily="34" charset="0"/>
            </a:endParaRPr>
          </a:p>
        </p:txBody>
      </p:sp>
      <p:sp>
        <p:nvSpPr>
          <p:cNvPr id="37" name="Rectangle 36"/>
          <p:cNvSpPr/>
          <p:nvPr userDrawn="1"/>
        </p:nvSpPr>
        <p:spPr>
          <a:xfrm>
            <a:off x="16222135" y="-801901"/>
            <a:ext cx="1267863" cy="1267862"/>
          </a:xfrm>
          <a:prstGeom prst="rect">
            <a:avLst/>
          </a:prstGeom>
          <a:solidFill>
            <a:srgbClr val="F2F4F8"/>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endParaRPr lang="en-US" dirty="0">
              <a:solidFill>
                <a:schemeClr val="tx1"/>
              </a:solidFill>
              <a:latin typeface="IBM Plex Sans" panose="020B0503050203000203" pitchFamily="34" charset="0"/>
            </a:endParaRPr>
          </a:p>
          <a:p>
            <a:pPr algn="ctr"/>
            <a:r>
              <a:rPr lang="en-US" dirty="0">
                <a:solidFill>
                  <a:schemeClr val="tx1"/>
                </a:solidFill>
                <a:latin typeface="IBM Plex Sans" panose="020B0503050203000203" pitchFamily="34" charset="0"/>
              </a:rPr>
              <a:t>#F2F4F8</a:t>
            </a:r>
            <a:endParaRPr lang="en-US" dirty="0">
              <a:solidFill>
                <a:schemeClr val="tx1"/>
              </a:solidFill>
              <a:latin typeface="IBM Plex Sans" panose="020B0503050203000203" pitchFamily="34" charset="0"/>
            </a:endParaRPr>
          </a:p>
        </p:txBody>
      </p:sp>
      <p:sp>
        <p:nvSpPr>
          <p:cNvPr id="38" name="Rectangle 37"/>
          <p:cNvSpPr/>
          <p:nvPr userDrawn="1"/>
        </p:nvSpPr>
        <p:spPr>
          <a:xfrm>
            <a:off x="14397282" y="-2352139"/>
            <a:ext cx="1267863" cy="1267862"/>
          </a:xfrm>
          <a:prstGeom prst="rect">
            <a:avLst/>
          </a:prstGeom>
          <a:solidFill>
            <a:srgbClr val="BE95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endParaRPr lang="en-US" dirty="0">
              <a:solidFill>
                <a:schemeClr val="tx1"/>
              </a:solidFill>
              <a:latin typeface="IBM Plex Sans" panose="020B0503050203000203" pitchFamily="34" charset="0"/>
            </a:endParaRPr>
          </a:p>
          <a:p>
            <a:pPr algn="ctr"/>
            <a:r>
              <a:rPr lang="en-US" dirty="0">
                <a:solidFill>
                  <a:schemeClr val="tx1"/>
                </a:solidFill>
                <a:latin typeface="IBM Plex Sans" panose="020B0503050203000203" pitchFamily="34" charset="0"/>
              </a:rPr>
              <a:t>#BE95FF</a:t>
            </a:r>
            <a:endParaRPr lang="en-US" dirty="0">
              <a:solidFill>
                <a:schemeClr val="tx1"/>
              </a:solidFill>
              <a:latin typeface="IBM Plex Sans" panose="020B0503050203000203" pitchFamily="34" charset="0"/>
            </a:endParaRPr>
          </a:p>
        </p:txBody>
      </p:sp>
      <p:sp>
        <p:nvSpPr>
          <p:cNvPr id="39" name="Rectangle 38"/>
          <p:cNvSpPr/>
          <p:nvPr userDrawn="1"/>
        </p:nvSpPr>
        <p:spPr>
          <a:xfrm>
            <a:off x="14397282" y="-812143"/>
            <a:ext cx="1267863" cy="1267862"/>
          </a:xfrm>
          <a:prstGeom prst="rect">
            <a:avLst/>
          </a:prstGeom>
          <a:solidFill>
            <a:srgbClr val="33B1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endParaRPr lang="en-US" dirty="0">
              <a:solidFill>
                <a:schemeClr val="tx1"/>
              </a:solidFill>
              <a:latin typeface="IBM Plex Sans" panose="020B0503050203000203" pitchFamily="34" charset="0"/>
            </a:endParaRPr>
          </a:p>
          <a:p>
            <a:pPr algn="ctr"/>
            <a:r>
              <a:rPr lang="en-US" dirty="0">
                <a:solidFill>
                  <a:schemeClr val="tx1"/>
                </a:solidFill>
                <a:latin typeface="IBM Plex Sans" panose="020B0503050203000203" pitchFamily="34" charset="0"/>
              </a:rPr>
              <a:t>#33B1FF</a:t>
            </a:r>
            <a:endParaRPr lang="en-US" dirty="0">
              <a:solidFill>
                <a:schemeClr val="tx1"/>
              </a:solidFill>
              <a:latin typeface="IBM Plex Sans" panose="020B0503050203000203" pitchFamily="34" charset="0"/>
            </a:endParaRPr>
          </a:p>
        </p:txBody>
      </p:sp>
      <p:sp>
        <p:nvSpPr>
          <p:cNvPr id="42" name="Rectangle 41"/>
          <p:cNvSpPr/>
          <p:nvPr userDrawn="1"/>
        </p:nvSpPr>
        <p:spPr>
          <a:xfrm>
            <a:off x="12572429" y="-2309174"/>
            <a:ext cx="1267863" cy="1267862"/>
          </a:xfrm>
          <a:prstGeom prst="rect">
            <a:avLst/>
          </a:prstGeom>
          <a:solidFill>
            <a:srgbClr val="08BDBA"/>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endParaRPr lang="en-US" dirty="0">
              <a:solidFill>
                <a:schemeClr val="tx1"/>
              </a:solidFill>
              <a:latin typeface="IBM Plex Sans" panose="020B0503050203000203" pitchFamily="34" charset="0"/>
            </a:endParaRPr>
          </a:p>
          <a:p>
            <a:pPr algn="ctr"/>
            <a:r>
              <a:rPr lang="en-US" dirty="0">
                <a:solidFill>
                  <a:schemeClr val="tx1"/>
                </a:solidFill>
                <a:latin typeface="IBM Plex Sans" panose="020B0503050203000203" pitchFamily="34" charset="0"/>
              </a:rPr>
              <a:t>#08BDBA</a:t>
            </a:r>
            <a:endParaRPr lang="en-US" dirty="0">
              <a:solidFill>
                <a:schemeClr val="tx1"/>
              </a:solidFill>
              <a:latin typeface="IBM Plex Sans" panose="020B0503050203000203" pitchFamily="34" charset="0"/>
            </a:endParaRPr>
          </a:p>
        </p:txBody>
      </p:sp>
      <p:sp>
        <p:nvSpPr>
          <p:cNvPr id="43" name="Rectangle 42"/>
          <p:cNvSpPr/>
          <p:nvPr userDrawn="1"/>
        </p:nvSpPr>
        <p:spPr>
          <a:xfrm>
            <a:off x="12572429" y="-769178"/>
            <a:ext cx="1267863" cy="1267862"/>
          </a:xfrm>
          <a:prstGeom prst="rect">
            <a:avLst/>
          </a:prstGeom>
          <a:solidFill>
            <a:srgbClr val="78A9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endParaRPr lang="en-US" dirty="0">
              <a:solidFill>
                <a:schemeClr val="tx1"/>
              </a:solidFill>
              <a:latin typeface="IBM Plex Sans" panose="020B0503050203000203" pitchFamily="34" charset="0"/>
            </a:endParaRPr>
          </a:p>
          <a:p>
            <a:pPr algn="ctr"/>
            <a:r>
              <a:rPr lang="en-US" dirty="0">
                <a:solidFill>
                  <a:schemeClr val="tx1"/>
                </a:solidFill>
                <a:latin typeface="IBM Plex Sans" panose="020B0503050203000203" pitchFamily="34" charset="0"/>
              </a:rPr>
              <a:t>#78A9FF</a:t>
            </a:r>
            <a:endParaRPr lang="en-US" dirty="0">
              <a:solidFill>
                <a:schemeClr val="tx1"/>
              </a:solidFill>
              <a:latin typeface="IBM Plex Sans" panose="020B0503050203000203" pitchFamily="34" charset="0"/>
            </a:endParaRPr>
          </a:p>
        </p:txBody>
      </p:sp>
      <p:sp>
        <p:nvSpPr>
          <p:cNvPr id="46" name="Rectangle 45"/>
          <p:cNvSpPr/>
          <p:nvPr userDrawn="1"/>
        </p:nvSpPr>
        <p:spPr>
          <a:xfrm>
            <a:off x="17993876" y="-2309174"/>
            <a:ext cx="1267863" cy="1267862"/>
          </a:xfrm>
          <a:prstGeom prst="rect">
            <a:avLst/>
          </a:prstGeom>
          <a:solidFill>
            <a:srgbClr val="525252"/>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bg2"/>
                </a:solidFill>
                <a:latin typeface="IBM Plex Sans" panose="020B0503050203000203" pitchFamily="34" charset="0"/>
              </a:rPr>
              <a:t>Labels</a:t>
            </a:r>
            <a:endParaRPr lang="en-US" dirty="0">
              <a:solidFill>
                <a:schemeClr val="bg2"/>
              </a:solidFill>
              <a:latin typeface="IBM Plex Sans" panose="020B0503050203000203" pitchFamily="34" charset="0"/>
            </a:endParaRPr>
          </a:p>
          <a:p>
            <a:pPr algn="ctr"/>
            <a:r>
              <a:rPr lang="en-US" dirty="0">
                <a:solidFill>
                  <a:schemeClr val="bg2"/>
                </a:solidFill>
                <a:latin typeface="IBM Plex Sans" panose="020B0503050203000203" pitchFamily="34" charset="0"/>
              </a:rPr>
              <a:t>#525252</a:t>
            </a:r>
            <a:endParaRPr lang="en-US" dirty="0">
              <a:solidFill>
                <a:schemeClr val="bg2"/>
              </a:solidFill>
              <a:latin typeface="IBM Plex Sans" panose="020B0503050203000203" pitchFamily="34" charset="0"/>
            </a:endParaRPr>
          </a:p>
        </p:txBody>
      </p:sp>
      <p:sp>
        <p:nvSpPr>
          <p:cNvPr id="47" name="Rectangle 46"/>
          <p:cNvSpPr/>
          <p:nvPr userDrawn="1"/>
        </p:nvSpPr>
        <p:spPr>
          <a:xfrm>
            <a:off x="17993875" y="-812143"/>
            <a:ext cx="1267863" cy="1267862"/>
          </a:xfrm>
          <a:prstGeom prst="rect">
            <a:avLst/>
          </a:prstGeom>
          <a:solidFill>
            <a:srgbClr val="262626"/>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bg2"/>
                </a:solidFill>
                <a:latin typeface="IBM Plex Sans" panose="020B0503050203000203" pitchFamily="34" charset="0"/>
              </a:rPr>
              <a:t>Text</a:t>
            </a:r>
            <a:endParaRPr lang="en-US" dirty="0">
              <a:solidFill>
                <a:schemeClr val="bg2"/>
              </a:solidFill>
              <a:latin typeface="IBM Plex Sans" panose="020B0503050203000203" pitchFamily="34" charset="0"/>
            </a:endParaRPr>
          </a:p>
          <a:p>
            <a:pPr algn="ctr"/>
            <a:r>
              <a:rPr lang="en-US" dirty="0">
                <a:solidFill>
                  <a:schemeClr val="bg2"/>
                </a:solidFill>
                <a:latin typeface="IBM Plex Sans" panose="020B0503050203000203" pitchFamily="34" charset="0"/>
              </a:rPr>
              <a:t>#262626</a:t>
            </a:r>
            <a:endParaRPr lang="en-US" dirty="0">
              <a:solidFill>
                <a:schemeClr val="bg2"/>
              </a:solidFill>
              <a:latin typeface="IBM Plex Sans" panose="020B0503050203000203" pitchFamily="34" charset="0"/>
            </a:endParaRPr>
          </a:p>
        </p:txBody>
      </p:sp>
      <p:grpSp>
        <p:nvGrpSpPr>
          <p:cNvPr id="64" name="Group 63"/>
          <p:cNvGrpSpPr/>
          <p:nvPr userDrawn="1"/>
        </p:nvGrpSpPr>
        <p:grpSpPr>
          <a:xfrm>
            <a:off x="11094856" y="6244940"/>
            <a:ext cx="1098532" cy="613059"/>
            <a:chOff x="8965342" y="4231217"/>
            <a:chExt cx="1608171" cy="897474"/>
          </a:xfrm>
        </p:grpSpPr>
        <p:pic>
          <p:nvPicPr>
            <p:cNvPr id="60" name="Graphic 59"/>
            <p:cNvPicPr>
              <a:picLocks noChangeAspect="1"/>
            </p:cNvPicPr>
            <p:nvPr userDrawn="1"/>
          </p:nvPicPr>
          <p:blipFill>
            <a:blip r:embed="rId9">
              <a:extLst>
                <a:ext uri="{96DAC541-7B7A-43D3-8B79-37D633B846F1}">
                  <asvg:svgBlip xmlns:asvg="http://schemas.microsoft.com/office/drawing/2016/SVG/main" r:embed="rId10"/>
                </a:ext>
              </a:extLst>
            </a:blip>
            <a:stretch>
              <a:fillRect/>
            </a:stretch>
          </p:blipFill>
          <p:spPr>
            <a:xfrm>
              <a:off x="9321121" y="4418033"/>
              <a:ext cx="897474" cy="355817"/>
            </a:xfrm>
            <a:prstGeom prst="rect">
              <a:avLst/>
            </a:prstGeom>
          </p:spPr>
        </p:pic>
        <p:pic>
          <p:nvPicPr>
            <p:cNvPr id="61" name="Graphic 60" hidden="1"/>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a:off x="9321121" y="4772874"/>
              <a:ext cx="897474" cy="355817"/>
            </a:xfrm>
            <a:prstGeom prst="rect">
              <a:avLst/>
            </a:prstGeom>
          </p:spPr>
        </p:pic>
        <p:pic>
          <p:nvPicPr>
            <p:cNvPr id="62" name="Graphic 61" hidden="1"/>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rot="16200000">
              <a:off x="9946868" y="4502045"/>
              <a:ext cx="897474" cy="355817"/>
            </a:xfrm>
            <a:prstGeom prst="rect">
              <a:avLst/>
            </a:prstGeom>
          </p:spPr>
        </p:pic>
        <p:pic>
          <p:nvPicPr>
            <p:cNvPr id="63" name="Graphic 62" hidden="1"/>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rot="16200000">
              <a:off x="8694514" y="4502045"/>
              <a:ext cx="897474" cy="355817"/>
            </a:xfrm>
            <a:prstGeom prst="rect">
              <a:avLst/>
            </a:prstGeom>
          </p:spPr>
        </p:pic>
      </p:grpSp>
      <p:pic>
        <p:nvPicPr>
          <p:cNvPr id="66" name="Graphic 65"/>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a:off x="241053" y="6372101"/>
            <a:ext cx="1630680" cy="247650"/>
          </a:xfrm>
          <a:prstGeom prst="rect">
            <a:avLst/>
          </a:prstGeom>
        </p:spPr>
      </p:pic>
      <p:sp>
        <p:nvSpPr>
          <p:cNvPr id="67" name="Rectangle 66" hidden="1"/>
          <p:cNvSpPr/>
          <p:nvPr userDrawn="1"/>
        </p:nvSpPr>
        <p:spPr>
          <a:xfrm>
            <a:off x="-76201" y="6356350"/>
            <a:ext cx="12353925" cy="276797"/>
          </a:xfrm>
          <a:prstGeom prst="rect">
            <a:avLst/>
          </a:prstGeom>
          <a:noFill/>
          <a:ln w="28575">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5"/>
    </p:custDataLst>
  </p:cSld>
  <p:clrMap bg1="lt1" tx1="dk1" bg2="lt2" tx2="dk2" accent1="accent1" accent2="accent2" accent3="accent3" accent4="accent4" accent5="accent5" accent6="accent6" hlink="hlink" folHlink="folHlink"/>
  <p:sldLayoutIdLst>
    <p:sldLayoutId id="2147483712" r:id="rId1"/>
    <p:sldLayoutId id="2147483713" r:id="rId2"/>
    <p:sldLayoutId id="2147483714" r:id="rId3"/>
    <p:sldLayoutId id="2147483715" r:id="rId4"/>
    <p:sldLayoutId id="2147483716" r:id="rId5"/>
    <p:sldLayoutId id="2147483717" r:id="rId6"/>
  </p:sldLayoutIdLst>
  <p:txStyles>
    <p:titleStyle>
      <a:lvl1pPr algn="l" defTabSz="914400" rtl="0" eaLnBrk="1" latinLnBrk="0" hangingPunct="1">
        <a:lnSpc>
          <a:spcPct val="90000"/>
        </a:lnSpc>
        <a:spcBef>
          <a:spcPct val="0"/>
        </a:spcBef>
        <a:buNone/>
        <a:defRPr sz="4000" b="1" i="0" kern="1200">
          <a:solidFill>
            <a:srgbClr val="525252"/>
          </a:solidFill>
          <a:latin typeface="IBM Plex Sans SemiBold" panose="020B0503050203000203" pitchFamily="34" charset="0"/>
          <a:ea typeface="IBM Plex Sans SemiBold" panose="020B0503050203000203" pitchFamily="34" charset="0"/>
          <a:cs typeface="IBM Plex Sans SemiBold" panose="020B0503050203000203" pitchFamily="34" charset="0"/>
        </a:defRPr>
      </a:lvl1pPr>
    </p:titleStyle>
    <p:bodyStyle>
      <a:lvl1pPr marL="228600" indent="-228600" algn="l" defTabSz="914400" rtl="0" eaLnBrk="1" latinLnBrk="0" hangingPunct="1">
        <a:lnSpc>
          <a:spcPct val="90000"/>
        </a:lnSpc>
        <a:spcBef>
          <a:spcPts val="1000"/>
        </a:spcBef>
        <a:buFont typeface="Arial" panose="020B0604020202020204"/>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a:buChar char="•"/>
        <a:defRPr sz="1800" kern="1200">
          <a:solidFill>
            <a:srgbClr val="262626"/>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a:buChar char="•"/>
        <a:defRPr sz="1800" kern="1200">
          <a:solidFill>
            <a:srgbClr val="262626"/>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47850"/>
            <a:ext cx="10515600" cy="4351338"/>
          </a:xfrm>
          <a:prstGeom prst="rect">
            <a:avLst/>
          </a:prstGeom>
        </p:spPr>
        <p:txBody>
          <a:bodyPr vert="horz" lIns="91440" tIns="45720" rIns="91440" bIns="45720" rtlCol="0">
            <a:normAutofit/>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p:txBody>
      </p:sp>
      <p:pic>
        <p:nvPicPr>
          <p:cNvPr id="12" name="Picture 11" descr="Text, logo&#10;&#10;Description automatically generated"/>
          <p:cNvPicPr>
            <a:picLocks noChangeAspect="1"/>
          </p:cNvPicPr>
          <p:nvPr userDrawn="1"/>
        </p:nvPicPr>
        <p:blipFill rotWithShape="1">
          <a:blip r:embed="rId7">
            <a:alphaModFix amt="5000"/>
            <a:extLst>
              <a:ext uri="{BEBA8EAE-BF5A-486C-A8C5-ECC9F3942E4B}">
                <a14:imgProps xmlns:a14="http://schemas.microsoft.com/office/drawing/2010/main">
                  <a14:imgLayer r:embed="rId8">
                    <a14:imgEffect>
                      <a14:brightnessContrast contrast="-77000"/>
                    </a14:imgEffect>
                    <a14:imgEffect>
                      <a14:saturation sat="155000"/>
                    </a14:imgEffect>
                  </a14:imgLayer>
                </a14:imgProps>
              </a:ext>
            </a:extLst>
          </a:blip>
          <a:srcRect l="-1923" r="70315"/>
          <a:stretch>
            <a:fillRect/>
          </a:stretch>
        </p:blipFill>
        <p:spPr>
          <a:xfrm>
            <a:off x="3345127" y="1418811"/>
            <a:ext cx="5501746" cy="4826130"/>
          </a:xfrm>
          <a:prstGeom prst="rect">
            <a:avLst/>
          </a:prstGeom>
        </p:spPr>
      </p:pic>
      <p:sp>
        <p:nvSpPr>
          <p:cNvPr id="4" name="Rectangle 3"/>
          <p:cNvSpPr/>
          <p:nvPr userDrawn="1"/>
        </p:nvSpPr>
        <p:spPr>
          <a:xfrm>
            <a:off x="12625444" y="2728308"/>
            <a:ext cx="1235879" cy="1235878"/>
          </a:xfrm>
          <a:prstGeom prst="rect">
            <a:avLst/>
          </a:prstGeom>
          <a:solidFill>
            <a:srgbClr val="BE95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#BE95FF</a:t>
            </a:r>
            <a:endParaRPr lang="en-US" dirty="0">
              <a:solidFill>
                <a:srgbClr val="262626"/>
              </a:solidFill>
              <a:latin typeface="IBM Plex Sans" panose="020B0503050203000203" pitchFamily="34" charset="0"/>
            </a:endParaRPr>
          </a:p>
        </p:txBody>
      </p:sp>
      <p:sp>
        <p:nvSpPr>
          <p:cNvPr id="5" name="Rectangle 4"/>
          <p:cNvSpPr/>
          <p:nvPr userDrawn="1"/>
        </p:nvSpPr>
        <p:spPr>
          <a:xfrm>
            <a:off x="18071881" y="2728308"/>
            <a:ext cx="1235879" cy="1235878"/>
          </a:xfrm>
          <a:prstGeom prst="rect">
            <a:avLst/>
          </a:prstGeom>
          <a:solidFill>
            <a:srgbClr val="33B1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#33B1FF</a:t>
            </a:r>
            <a:endParaRPr lang="en-US" dirty="0">
              <a:solidFill>
                <a:srgbClr val="262626"/>
              </a:solidFill>
              <a:latin typeface="IBM Plex Sans" panose="020B0503050203000203" pitchFamily="34" charset="0"/>
            </a:endParaRPr>
          </a:p>
        </p:txBody>
      </p:sp>
      <p:sp>
        <p:nvSpPr>
          <p:cNvPr id="6" name="Rectangle 5"/>
          <p:cNvSpPr/>
          <p:nvPr userDrawn="1"/>
        </p:nvSpPr>
        <p:spPr>
          <a:xfrm>
            <a:off x="14440923" y="2728308"/>
            <a:ext cx="1235879" cy="1235878"/>
          </a:xfrm>
          <a:prstGeom prst="rect">
            <a:avLst/>
          </a:prstGeom>
          <a:solidFill>
            <a:srgbClr val="FF7EB6"/>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#FF7EB6</a:t>
            </a:r>
            <a:endParaRPr lang="en-US" dirty="0">
              <a:solidFill>
                <a:srgbClr val="262626"/>
              </a:solidFill>
              <a:latin typeface="IBM Plex Sans" panose="020B0503050203000203" pitchFamily="34" charset="0"/>
            </a:endParaRPr>
          </a:p>
        </p:txBody>
      </p:sp>
      <p:sp>
        <p:nvSpPr>
          <p:cNvPr id="9" name="Rectangle 8"/>
          <p:cNvSpPr/>
          <p:nvPr userDrawn="1"/>
        </p:nvSpPr>
        <p:spPr>
          <a:xfrm>
            <a:off x="16256402" y="2728308"/>
            <a:ext cx="1235879" cy="1235878"/>
          </a:xfrm>
          <a:prstGeom prst="rect">
            <a:avLst/>
          </a:prstGeom>
          <a:solidFill>
            <a:srgbClr val="08BDBA"/>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#08BDBA</a:t>
            </a:r>
            <a:endParaRPr lang="en-US" dirty="0">
              <a:solidFill>
                <a:srgbClr val="262626"/>
              </a:solidFill>
              <a:latin typeface="IBM Plex Sans" panose="020B0503050203000203" pitchFamily="34" charset="0"/>
            </a:endParaRPr>
          </a:p>
        </p:txBody>
      </p:sp>
      <p:sp>
        <p:nvSpPr>
          <p:cNvPr id="10" name="TextBox 9"/>
          <p:cNvSpPr txBox="1"/>
          <p:nvPr userDrawn="1"/>
        </p:nvSpPr>
        <p:spPr>
          <a:xfrm>
            <a:off x="12602453" y="3912427"/>
            <a:ext cx="1237839" cy="369332"/>
          </a:xfrm>
          <a:prstGeom prst="rect">
            <a:avLst/>
          </a:prstGeom>
          <a:noFill/>
        </p:spPr>
        <p:txBody>
          <a:bodyPr wrap="none" rtlCol="0">
            <a:spAutoFit/>
          </a:bodyPr>
          <a:lstStyle/>
          <a:p>
            <a:r>
              <a:rPr lang="en-US" b="1" i="0" dirty="0">
                <a:solidFill>
                  <a:srgbClr val="FFFFFF"/>
                </a:solidFill>
                <a:effectLst/>
              </a:rPr>
              <a:t>Purple 40</a:t>
            </a:r>
            <a:endParaRPr lang="en-US" b="1" dirty="0">
              <a:solidFill>
                <a:srgbClr val="FFFFFF"/>
              </a:solidFill>
            </a:endParaRPr>
          </a:p>
        </p:txBody>
      </p:sp>
      <p:sp>
        <p:nvSpPr>
          <p:cNvPr id="13" name="TextBox 12"/>
          <p:cNvSpPr txBox="1"/>
          <p:nvPr userDrawn="1"/>
        </p:nvSpPr>
        <p:spPr>
          <a:xfrm>
            <a:off x="14334144" y="3912427"/>
            <a:ext cx="1449436" cy="369332"/>
          </a:xfrm>
          <a:prstGeom prst="rect">
            <a:avLst/>
          </a:prstGeom>
          <a:noFill/>
        </p:spPr>
        <p:txBody>
          <a:bodyPr wrap="none" rtlCol="0">
            <a:spAutoFit/>
          </a:bodyPr>
          <a:lstStyle/>
          <a:p>
            <a:r>
              <a:rPr lang="en-US" b="1" dirty="0">
                <a:solidFill>
                  <a:srgbClr val="FFFFFF"/>
                </a:solidFill>
              </a:rPr>
              <a:t>Magenta</a:t>
            </a:r>
            <a:r>
              <a:rPr lang="en-US" b="1" i="0" dirty="0">
                <a:solidFill>
                  <a:srgbClr val="FFFFFF"/>
                </a:solidFill>
                <a:effectLst/>
              </a:rPr>
              <a:t> 40</a:t>
            </a:r>
            <a:endParaRPr lang="en-US" b="1" dirty="0">
              <a:solidFill>
                <a:srgbClr val="FFFFFF"/>
              </a:solidFill>
            </a:endParaRPr>
          </a:p>
        </p:txBody>
      </p:sp>
      <p:sp>
        <p:nvSpPr>
          <p:cNvPr id="14" name="TextBox 13"/>
          <p:cNvSpPr txBox="1"/>
          <p:nvPr userDrawn="1"/>
        </p:nvSpPr>
        <p:spPr>
          <a:xfrm>
            <a:off x="16404771" y="3912427"/>
            <a:ext cx="966355" cy="369332"/>
          </a:xfrm>
          <a:prstGeom prst="rect">
            <a:avLst/>
          </a:prstGeom>
          <a:noFill/>
        </p:spPr>
        <p:txBody>
          <a:bodyPr wrap="none" rtlCol="0">
            <a:spAutoFit/>
          </a:bodyPr>
          <a:lstStyle/>
          <a:p>
            <a:r>
              <a:rPr lang="en-US" b="1" dirty="0">
                <a:solidFill>
                  <a:srgbClr val="FFFFFF"/>
                </a:solidFill>
              </a:rPr>
              <a:t>Teal</a:t>
            </a:r>
            <a:r>
              <a:rPr lang="en-US" b="1" i="0" dirty="0">
                <a:solidFill>
                  <a:srgbClr val="FFFFFF"/>
                </a:solidFill>
                <a:effectLst/>
              </a:rPr>
              <a:t> 40</a:t>
            </a:r>
            <a:endParaRPr lang="en-US" b="1" dirty="0">
              <a:solidFill>
                <a:srgbClr val="FFFFFF"/>
              </a:solidFill>
            </a:endParaRPr>
          </a:p>
        </p:txBody>
      </p:sp>
      <p:sp>
        <p:nvSpPr>
          <p:cNvPr id="15" name="TextBox 14"/>
          <p:cNvSpPr txBox="1"/>
          <p:nvPr userDrawn="1"/>
        </p:nvSpPr>
        <p:spPr>
          <a:xfrm>
            <a:off x="18206642" y="3912427"/>
            <a:ext cx="1055097" cy="369332"/>
          </a:xfrm>
          <a:prstGeom prst="rect">
            <a:avLst/>
          </a:prstGeom>
          <a:noFill/>
        </p:spPr>
        <p:txBody>
          <a:bodyPr wrap="none" rtlCol="0">
            <a:spAutoFit/>
          </a:bodyPr>
          <a:lstStyle/>
          <a:p>
            <a:r>
              <a:rPr lang="en-US" b="1" dirty="0">
                <a:solidFill>
                  <a:srgbClr val="FFFFFF"/>
                </a:solidFill>
              </a:rPr>
              <a:t>Cyan</a:t>
            </a:r>
            <a:r>
              <a:rPr lang="en-US" b="1" i="0" dirty="0">
                <a:solidFill>
                  <a:srgbClr val="FFFFFF"/>
                </a:solidFill>
                <a:effectLst/>
              </a:rPr>
              <a:t> 40</a:t>
            </a:r>
            <a:endParaRPr lang="en-US" b="1" dirty="0">
              <a:solidFill>
                <a:srgbClr val="FFFFFF"/>
              </a:solidFill>
            </a:endParaRPr>
          </a:p>
        </p:txBody>
      </p:sp>
      <p:sp>
        <p:nvSpPr>
          <p:cNvPr id="16" name="Rectangle 15"/>
          <p:cNvSpPr/>
          <p:nvPr userDrawn="1"/>
        </p:nvSpPr>
        <p:spPr>
          <a:xfrm>
            <a:off x="12625444" y="4418033"/>
            <a:ext cx="1235879" cy="1235878"/>
          </a:xfrm>
          <a:prstGeom prst="rect">
            <a:avLst/>
          </a:prstGeom>
          <a:solidFill>
            <a:srgbClr val="8A3FFC"/>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latin typeface="IBM Plex Sans" panose="020B0503050203000203" pitchFamily="34" charset="0"/>
              </a:rPr>
              <a:t>#8A3FFC</a:t>
            </a:r>
            <a:endParaRPr lang="en-US" dirty="0">
              <a:solidFill>
                <a:schemeClr val="bg2"/>
              </a:solidFill>
              <a:latin typeface="IBM Plex Sans" panose="020B0503050203000203" pitchFamily="34" charset="0"/>
            </a:endParaRPr>
          </a:p>
        </p:txBody>
      </p:sp>
      <p:sp>
        <p:nvSpPr>
          <p:cNvPr id="17" name="Rectangle 16"/>
          <p:cNvSpPr/>
          <p:nvPr userDrawn="1"/>
        </p:nvSpPr>
        <p:spPr>
          <a:xfrm>
            <a:off x="18071881" y="4418033"/>
            <a:ext cx="1235879" cy="1235878"/>
          </a:xfrm>
          <a:prstGeom prst="rect">
            <a:avLst/>
          </a:prstGeom>
          <a:solidFill>
            <a:srgbClr val="0072C3"/>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latin typeface="IBM Plex Sans" panose="020B0503050203000203" pitchFamily="34" charset="0"/>
              </a:rPr>
              <a:t>#0072C3</a:t>
            </a:r>
            <a:endParaRPr lang="en-US" dirty="0">
              <a:solidFill>
                <a:schemeClr val="bg2"/>
              </a:solidFill>
              <a:latin typeface="IBM Plex Sans" panose="020B0503050203000203" pitchFamily="34" charset="0"/>
            </a:endParaRPr>
          </a:p>
        </p:txBody>
      </p:sp>
      <p:sp>
        <p:nvSpPr>
          <p:cNvPr id="18" name="Rectangle 17"/>
          <p:cNvSpPr/>
          <p:nvPr userDrawn="1"/>
        </p:nvSpPr>
        <p:spPr>
          <a:xfrm>
            <a:off x="14440923" y="4418033"/>
            <a:ext cx="1235879" cy="1235878"/>
          </a:xfrm>
          <a:prstGeom prst="rect">
            <a:avLst/>
          </a:prstGeom>
          <a:solidFill>
            <a:srgbClr val="D02670"/>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latin typeface="IBM Plex Sans" panose="020B0503050203000203" pitchFamily="34" charset="0"/>
              </a:rPr>
              <a:t>#D02670</a:t>
            </a:r>
            <a:endParaRPr lang="en-US" dirty="0">
              <a:solidFill>
                <a:schemeClr val="bg2"/>
              </a:solidFill>
              <a:latin typeface="IBM Plex Sans" panose="020B0503050203000203" pitchFamily="34" charset="0"/>
            </a:endParaRPr>
          </a:p>
        </p:txBody>
      </p:sp>
      <p:sp>
        <p:nvSpPr>
          <p:cNvPr id="19" name="Rectangle 18"/>
          <p:cNvSpPr/>
          <p:nvPr userDrawn="1"/>
        </p:nvSpPr>
        <p:spPr>
          <a:xfrm>
            <a:off x="16256402" y="4418033"/>
            <a:ext cx="1235879" cy="1235878"/>
          </a:xfrm>
          <a:prstGeom prst="rect">
            <a:avLst/>
          </a:prstGeom>
          <a:solidFill>
            <a:srgbClr val="007D79"/>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latin typeface="IBM Plex Sans" panose="020B0503050203000203" pitchFamily="34" charset="0"/>
              </a:rPr>
              <a:t>#007D79</a:t>
            </a:r>
            <a:endParaRPr lang="en-US" dirty="0">
              <a:solidFill>
                <a:schemeClr val="bg2"/>
              </a:solidFill>
              <a:latin typeface="IBM Plex Sans" panose="020B0503050203000203" pitchFamily="34" charset="0"/>
            </a:endParaRPr>
          </a:p>
        </p:txBody>
      </p:sp>
      <p:sp>
        <p:nvSpPr>
          <p:cNvPr id="20" name="TextBox 19"/>
          <p:cNvSpPr txBox="1"/>
          <p:nvPr userDrawn="1"/>
        </p:nvSpPr>
        <p:spPr>
          <a:xfrm>
            <a:off x="12602453" y="5602152"/>
            <a:ext cx="1237839" cy="369332"/>
          </a:xfrm>
          <a:prstGeom prst="rect">
            <a:avLst/>
          </a:prstGeom>
          <a:noFill/>
        </p:spPr>
        <p:txBody>
          <a:bodyPr wrap="none" rtlCol="0">
            <a:spAutoFit/>
          </a:bodyPr>
          <a:lstStyle/>
          <a:p>
            <a:r>
              <a:rPr lang="en-US" b="1" i="0" dirty="0">
                <a:solidFill>
                  <a:srgbClr val="FFFFFF"/>
                </a:solidFill>
                <a:effectLst/>
              </a:rPr>
              <a:t>Purple 60</a:t>
            </a:r>
            <a:endParaRPr lang="en-US" b="1" dirty="0">
              <a:solidFill>
                <a:srgbClr val="FFFFFF"/>
              </a:solidFill>
            </a:endParaRPr>
          </a:p>
        </p:txBody>
      </p:sp>
      <p:sp>
        <p:nvSpPr>
          <p:cNvPr id="21" name="TextBox 20"/>
          <p:cNvSpPr txBox="1"/>
          <p:nvPr userDrawn="1"/>
        </p:nvSpPr>
        <p:spPr>
          <a:xfrm>
            <a:off x="14334144" y="5602152"/>
            <a:ext cx="1448025" cy="369332"/>
          </a:xfrm>
          <a:prstGeom prst="rect">
            <a:avLst/>
          </a:prstGeom>
          <a:noFill/>
        </p:spPr>
        <p:txBody>
          <a:bodyPr wrap="none" rtlCol="0">
            <a:spAutoFit/>
          </a:bodyPr>
          <a:lstStyle/>
          <a:p>
            <a:r>
              <a:rPr lang="en-US" b="1" dirty="0">
                <a:solidFill>
                  <a:srgbClr val="FFFFFF"/>
                </a:solidFill>
              </a:rPr>
              <a:t>Magenta</a:t>
            </a:r>
            <a:r>
              <a:rPr lang="en-US" b="1" i="0" dirty="0">
                <a:solidFill>
                  <a:srgbClr val="FFFFFF"/>
                </a:solidFill>
                <a:effectLst/>
              </a:rPr>
              <a:t> 60</a:t>
            </a:r>
            <a:endParaRPr lang="en-US" b="1" dirty="0">
              <a:solidFill>
                <a:srgbClr val="FFFFFF"/>
              </a:solidFill>
            </a:endParaRPr>
          </a:p>
        </p:txBody>
      </p:sp>
      <p:sp>
        <p:nvSpPr>
          <p:cNvPr id="22" name="TextBox 21"/>
          <p:cNvSpPr txBox="1"/>
          <p:nvPr userDrawn="1"/>
        </p:nvSpPr>
        <p:spPr>
          <a:xfrm>
            <a:off x="16404771" y="5602152"/>
            <a:ext cx="966931" cy="369332"/>
          </a:xfrm>
          <a:prstGeom prst="rect">
            <a:avLst/>
          </a:prstGeom>
          <a:noFill/>
        </p:spPr>
        <p:txBody>
          <a:bodyPr wrap="none" rtlCol="0">
            <a:spAutoFit/>
          </a:bodyPr>
          <a:lstStyle/>
          <a:p>
            <a:r>
              <a:rPr lang="en-US" b="1" dirty="0">
                <a:solidFill>
                  <a:srgbClr val="FFFFFF"/>
                </a:solidFill>
              </a:rPr>
              <a:t>Teal</a:t>
            </a:r>
            <a:r>
              <a:rPr lang="en-US" b="1" i="0" dirty="0">
                <a:solidFill>
                  <a:srgbClr val="FFFFFF"/>
                </a:solidFill>
                <a:effectLst/>
              </a:rPr>
              <a:t> 60</a:t>
            </a:r>
            <a:endParaRPr lang="en-US" b="1" dirty="0">
              <a:solidFill>
                <a:srgbClr val="FFFFFF"/>
              </a:solidFill>
            </a:endParaRPr>
          </a:p>
        </p:txBody>
      </p:sp>
      <p:sp>
        <p:nvSpPr>
          <p:cNvPr id="23" name="TextBox 22"/>
          <p:cNvSpPr txBox="1"/>
          <p:nvPr userDrawn="1"/>
        </p:nvSpPr>
        <p:spPr>
          <a:xfrm>
            <a:off x="18206642" y="5602152"/>
            <a:ext cx="1055097" cy="369332"/>
          </a:xfrm>
          <a:prstGeom prst="rect">
            <a:avLst/>
          </a:prstGeom>
          <a:noFill/>
        </p:spPr>
        <p:txBody>
          <a:bodyPr wrap="none" rtlCol="0">
            <a:spAutoFit/>
          </a:bodyPr>
          <a:lstStyle/>
          <a:p>
            <a:r>
              <a:rPr lang="en-US" b="1" dirty="0">
                <a:solidFill>
                  <a:srgbClr val="FFFFFF"/>
                </a:solidFill>
              </a:rPr>
              <a:t>Cyan</a:t>
            </a:r>
            <a:r>
              <a:rPr lang="en-US" b="1" i="0" dirty="0">
                <a:solidFill>
                  <a:srgbClr val="FFFFFF"/>
                </a:solidFill>
                <a:effectLst/>
              </a:rPr>
              <a:t> 60</a:t>
            </a:r>
            <a:endParaRPr lang="en-US" b="1" dirty="0">
              <a:solidFill>
                <a:srgbClr val="FFFFFF"/>
              </a:solidFill>
            </a:endParaRPr>
          </a:p>
        </p:txBody>
      </p:sp>
      <p:sp>
        <p:nvSpPr>
          <p:cNvPr id="24" name="Rectangle 23"/>
          <p:cNvSpPr/>
          <p:nvPr userDrawn="1"/>
        </p:nvSpPr>
        <p:spPr>
          <a:xfrm>
            <a:off x="19512379" y="2712316"/>
            <a:ext cx="1267863" cy="1267862"/>
          </a:xfrm>
          <a:prstGeom prst="rect">
            <a:avLst/>
          </a:prstGeom>
          <a:solidFill>
            <a:srgbClr val="121619"/>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bg2"/>
                </a:solidFill>
                <a:latin typeface="IBM Plex Sans" panose="020B0503050203000203" pitchFamily="34" charset="0"/>
              </a:rPr>
              <a:t>Icon</a:t>
            </a:r>
            <a:endParaRPr lang="en-US" dirty="0">
              <a:solidFill>
                <a:schemeClr val="bg2"/>
              </a:solidFill>
              <a:latin typeface="IBM Plex Sans" panose="020B0503050203000203" pitchFamily="34" charset="0"/>
            </a:endParaRPr>
          </a:p>
          <a:p>
            <a:pPr algn="ctr"/>
            <a:r>
              <a:rPr lang="en-US" dirty="0">
                <a:solidFill>
                  <a:schemeClr val="bg2"/>
                </a:solidFill>
                <a:latin typeface="IBM Plex Sans" panose="020B0503050203000203" pitchFamily="34" charset="0"/>
              </a:rPr>
              <a:t>#</a:t>
            </a:r>
            <a:r>
              <a:rPr lang="en-US" b="0" i="0" dirty="0">
                <a:solidFill>
                  <a:srgbClr val="FFFFFF"/>
                </a:solidFill>
                <a:effectLst/>
                <a:latin typeface="IBM Plex Mono" panose="020B0509050203000203" pitchFamily="49" charset="0"/>
              </a:rPr>
              <a:t>000000</a:t>
            </a:r>
            <a:endParaRPr lang="en-US" dirty="0">
              <a:solidFill>
                <a:schemeClr val="bg2"/>
              </a:solidFill>
              <a:latin typeface="IBM Plex Sans" panose="020B0503050203000203" pitchFamily="34" charset="0"/>
            </a:endParaRPr>
          </a:p>
        </p:txBody>
      </p:sp>
      <p:sp>
        <p:nvSpPr>
          <p:cNvPr id="25" name="Rectangle 24"/>
          <p:cNvSpPr/>
          <p:nvPr userDrawn="1"/>
        </p:nvSpPr>
        <p:spPr>
          <a:xfrm>
            <a:off x="19510690" y="4403963"/>
            <a:ext cx="1264019" cy="1264018"/>
          </a:xfrm>
          <a:prstGeom prst="rect">
            <a:avLst/>
          </a:prstGeom>
          <a:solidFill>
            <a:srgbClr val="FFFF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rgbClr val="262626"/>
                </a:solidFill>
                <a:latin typeface="IBM Plex Sans" panose="020B0503050203000203" pitchFamily="34" charset="0"/>
              </a:rPr>
              <a:t>Icon</a:t>
            </a:r>
            <a:endParaRPr lang="en-US" dirty="0">
              <a:solidFill>
                <a:srgbClr val="262626"/>
              </a:solidFill>
              <a:latin typeface="IBM Plex Sans" panose="020B0503050203000203" pitchFamily="34" charset="0"/>
            </a:endParaRPr>
          </a:p>
          <a:p>
            <a:pPr algn="ctr"/>
            <a:r>
              <a:rPr lang="en-US" dirty="0">
                <a:solidFill>
                  <a:srgbClr val="262626"/>
                </a:solidFill>
                <a:latin typeface="IBM Plex Sans" panose="020B0503050203000203" pitchFamily="34" charset="0"/>
              </a:rPr>
              <a:t>#</a:t>
            </a:r>
            <a:r>
              <a:rPr lang="en-US" b="0" i="0" dirty="0">
                <a:solidFill>
                  <a:srgbClr val="262626"/>
                </a:solidFill>
                <a:effectLst/>
                <a:latin typeface="IBM Plex Mono" panose="020B0509050203000203" pitchFamily="49" charset="0"/>
              </a:rPr>
              <a:t>FFFFFF</a:t>
            </a:r>
            <a:endParaRPr lang="en-US" dirty="0">
              <a:solidFill>
                <a:srgbClr val="262626"/>
              </a:solidFill>
              <a:latin typeface="IBM Plex Sans" panose="020B0503050203000203" pitchFamily="34" charset="0"/>
            </a:endParaRPr>
          </a:p>
        </p:txBody>
      </p:sp>
      <p:sp>
        <p:nvSpPr>
          <p:cNvPr id="26" name="Rectangle 25"/>
          <p:cNvSpPr/>
          <p:nvPr userDrawn="1"/>
        </p:nvSpPr>
        <p:spPr>
          <a:xfrm>
            <a:off x="12625444" y="1072749"/>
            <a:ext cx="1235879" cy="1235878"/>
          </a:xfrm>
          <a:prstGeom prst="rect">
            <a:avLst/>
          </a:prstGeom>
          <a:solidFill>
            <a:srgbClr val="F6F2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#F6F2FF</a:t>
            </a:r>
            <a:endParaRPr lang="en-US" dirty="0">
              <a:solidFill>
                <a:srgbClr val="262626"/>
              </a:solidFill>
              <a:latin typeface="IBM Plex Sans" panose="020B0503050203000203" pitchFamily="34" charset="0"/>
            </a:endParaRPr>
          </a:p>
        </p:txBody>
      </p:sp>
      <p:sp>
        <p:nvSpPr>
          <p:cNvPr id="27" name="Rectangle 26"/>
          <p:cNvSpPr/>
          <p:nvPr userDrawn="1"/>
        </p:nvSpPr>
        <p:spPr>
          <a:xfrm>
            <a:off x="18071881" y="1072749"/>
            <a:ext cx="1235879" cy="1235878"/>
          </a:xfrm>
          <a:prstGeom prst="rect">
            <a:avLst/>
          </a:prstGeom>
          <a:solidFill>
            <a:srgbClr val="E5F6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#E5F6FF</a:t>
            </a:r>
            <a:endParaRPr lang="en-US" dirty="0">
              <a:solidFill>
                <a:srgbClr val="262626"/>
              </a:solidFill>
              <a:latin typeface="IBM Plex Sans" panose="020B0503050203000203" pitchFamily="34" charset="0"/>
            </a:endParaRPr>
          </a:p>
        </p:txBody>
      </p:sp>
      <p:sp>
        <p:nvSpPr>
          <p:cNvPr id="28" name="Rectangle 27"/>
          <p:cNvSpPr/>
          <p:nvPr userDrawn="1"/>
        </p:nvSpPr>
        <p:spPr>
          <a:xfrm>
            <a:off x="14440923" y="1072749"/>
            <a:ext cx="1235879" cy="1235878"/>
          </a:xfrm>
          <a:prstGeom prst="rect">
            <a:avLst/>
          </a:prstGeom>
          <a:solidFill>
            <a:srgbClr val="FFF0F7"/>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#FFF0F7</a:t>
            </a:r>
            <a:endParaRPr lang="en-US" dirty="0">
              <a:solidFill>
                <a:srgbClr val="262626"/>
              </a:solidFill>
              <a:latin typeface="IBM Plex Sans" panose="020B0503050203000203" pitchFamily="34" charset="0"/>
            </a:endParaRPr>
          </a:p>
        </p:txBody>
      </p:sp>
      <p:sp>
        <p:nvSpPr>
          <p:cNvPr id="29" name="Rectangle 28"/>
          <p:cNvSpPr/>
          <p:nvPr userDrawn="1"/>
        </p:nvSpPr>
        <p:spPr>
          <a:xfrm>
            <a:off x="16256402" y="1072749"/>
            <a:ext cx="1235879" cy="1235878"/>
          </a:xfrm>
          <a:prstGeom prst="rect">
            <a:avLst/>
          </a:prstGeom>
          <a:solidFill>
            <a:srgbClr val="D9FBFB"/>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#D9FBFB</a:t>
            </a:r>
            <a:endParaRPr lang="en-US" dirty="0">
              <a:solidFill>
                <a:srgbClr val="262626"/>
              </a:solidFill>
              <a:latin typeface="IBM Plex Sans" panose="020B0503050203000203" pitchFamily="34" charset="0"/>
            </a:endParaRPr>
          </a:p>
        </p:txBody>
      </p:sp>
      <p:sp>
        <p:nvSpPr>
          <p:cNvPr id="30" name="TextBox 29"/>
          <p:cNvSpPr txBox="1"/>
          <p:nvPr userDrawn="1"/>
        </p:nvSpPr>
        <p:spPr>
          <a:xfrm>
            <a:off x="12602453" y="2256868"/>
            <a:ext cx="1237839" cy="369332"/>
          </a:xfrm>
          <a:prstGeom prst="rect">
            <a:avLst/>
          </a:prstGeom>
          <a:noFill/>
        </p:spPr>
        <p:txBody>
          <a:bodyPr wrap="none" rtlCol="0">
            <a:spAutoFit/>
          </a:bodyPr>
          <a:lstStyle/>
          <a:p>
            <a:r>
              <a:rPr lang="en-US" b="1" i="0" dirty="0">
                <a:solidFill>
                  <a:srgbClr val="FFFFFF"/>
                </a:solidFill>
                <a:effectLst/>
              </a:rPr>
              <a:t>Purple 10</a:t>
            </a:r>
            <a:endParaRPr lang="en-US" b="1" dirty="0">
              <a:solidFill>
                <a:srgbClr val="FFFFFF"/>
              </a:solidFill>
            </a:endParaRPr>
          </a:p>
        </p:txBody>
      </p:sp>
      <p:sp>
        <p:nvSpPr>
          <p:cNvPr id="31" name="TextBox 30"/>
          <p:cNvSpPr txBox="1"/>
          <p:nvPr userDrawn="1"/>
        </p:nvSpPr>
        <p:spPr>
          <a:xfrm>
            <a:off x="14334144" y="2256868"/>
            <a:ext cx="1449436" cy="369332"/>
          </a:xfrm>
          <a:prstGeom prst="rect">
            <a:avLst/>
          </a:prstGeom>
          <a:noFill/>
        </p:spPr>
        <p:txBody>
          <a:bodyPr wrap="none" rtlCol="0">
            <a:spAutoFit/>
          </a:bodyPr>
          <a:lstStyle/>
          <a:p>
            <a:r>
              <a:rPr lang="en-US" b="1" dirty="0">
                <a:solidFill>
                  <a:srgbClr val="FFFFFF"/>
                </a:solidFill>
              </a:rPr>
              <a:t>Magenta</a:t>
            </a:r>
            <a:r>
              <a:rPr lang="en-US" b="1" i="0" dirty="0">
                <a:solidFill>
                  <a:srgbClr val="FFFFFF"/>
                </a:solidFill>
                <a:effectLst/>
              </a:rPr>
              <a:t> 10</a:t>
            </a:r>
            <a:endParaRPr lang="en-US" b="1" dirty="0">
              <a:solidFill>
                <a:srgbClr val="FFFFFF"/>
              </a:solidFill>
            </a:endParaRPr>
          </a:p>
        </p:txBody>
      </p:sp>
      <p:sp>
        <p:nvSpPr>
          <p:cNvPr id="32" name="TextBox 31"/>
          <p:cNvSpPr txBox="1"/>
          <p:nvPr userDrawn="1"/>
        </p:nvSpPr>
        <p:spPr>
          <a:xfrm>
            <a:off x="16404771" y="2256868"/>
            <a:ext cx="966355" cy="369332"/>
          </a:xfrm>
          <a:prstGeom prst="rect">
            <a:avLst/>
          </a:prstGeom>
          <a:noFill/>
        </p:spPr>
        <p:txBody>
          <a:bodyPr wrap="none" rtlCol="0">
            <a:spAutoFit/>
          </a:bodyPr>
          <a:lstStyle/>
          <a:p>
            <a:r>
              <a:rPr lang="en-US" b="1" dirty="0">
                <a:solidFill>
                  <a:srgbClr val="FFFFFF"/>
                </a:solidFill>
              </a:rPr>
              <a:t>Teal</a:t>
            </a:r>
            <a:r>
              <a:rPr lang="en-US" b="1" i="0" dirty="0">
                <a:solidFill>
                  <a:srgbClr val="FFFFFF"/>
                </a:solidFill>
                <a:effectLst/>
              </a:rPr>
              <a:t> 10</a:t>
            </a:r>
            <a:endParaRPr lang="en-US" b="1" dirty="0">
              <a:solidFill>
                <a:srgbClr val="FFFFFF"/>
              </a:solidFill>
            </a:endParaRPr>
          </a:p>
        </p:txBody>
      </p:sp>
      <p:sp>
        <p:nvSpPr>
          <p:cNvPr id="33" name="TextBox 32"/>
          <p:cNvSpPr txBox="1"/>
          <p:nvPr userDrawn="1"/>
        </p:nvSpPr>
        <p:spPr>
          <a:xfrm>
            <a:off x="18206642" y="2256868"/>
            <a:ext cx="1055097" cy="369332"/>
          </a:xfrm>
          <a:prstGeom prst="rect">
            <a:avLst/>
          </a:prstGeom>
          <a:noFill/>
        </p:spPr>
        <p:txBody>
          <a:bodyPr wrap="none" rtlCol="0">
            <a:spAutoFit/>
          </a:bodyPr>
          <a:lstStyle/>
          <a:p>
            <a:r>
              <a:rPr lang="en-US" b="1" dirty="0">
                <a:solidFill>
                  <a:srgbClr val="FFFFFF"/>
                </a:solidFill>
              </a:rPr>
              <a:t>Cyan</a:t>
            </a:r>
            <a:r>
              <a:rPr lang="en-US" b="1" i="0" dirty="0">
                <a:solidFill>
                  <a:srgbClr val="FFFFFF"/>
                </a:solidFill>
                <a:effectLst/>
              </a:rPr>
              <a:t> 10</a:t>
            </a:r>
            <a:endParaRPr lang="en-US" b="1" dirty="0">
              <a:solidFill>
                <a:srgbClr val="FFFFFF"/>
              </a:solidFill>
            </a:endParaRPr>
          </a:p>
        </p:txBody>
      </p:sp>
      <p:sp>
        <p:nvSpPr>
          <p:cNvPr id="34" name="Rectangle 33"/>
          <p:cNvSpPr/>
          <p:nvPr userDrawn="1"/>
        </p:nvSpPr>
        <p:spPr>
          <a:xfrm>
            <a:off x="16222135" y="-2341897"/>
            <a:ext cx="1267863" cy="1267862"/>
          </a:xfrm>
          <a:prstGeom prst="rect">
            <a:avLst/>
          </a:prstGeom>
          <a:solidFill>
            <a:srgbClr val="C1C7CD"/>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endParaRPr lang="en-US" dirty="0">
              <a:solidFill>
                <a:schemeClr val="tx1"/>
              </a:solidFill>
              <a:latin typeface="IBM Plex Sans" panose="020B0503050203000203" pitchFamily="34" charset="0"/>
            </a:endParaRPr>
          </a:p>
          <a:p>
            <a:pPr algn="ctr"/>
            <a:r>
              <a:rPr lang="en-US" dirty="0">
                <a:solidFill>
                  <a:schemeClr val="tx1"/>
                </a:solidFill>
                <a:latin typeface="IBM Plex Sans" panose="020B0503050203000203" pitchFamily="34" charset="0"/>
              </a:rPr>
              <a:t>#C1C7CD</a:t>
            </a:r>
            <a:endParaRPr lang="en-US" dirty="0">
              <a:solidFill>
                <a:schemeClr val="tx1"/>
              </a:solidFill>
              <a:latin typeface="IBM Plex Sans" panose="020B0503050203000203" pitchFamily="34" charset="0"/>
            </a:endParaRPr>
          </a:p>
        </p:txBody>
      </p:sp>
      <p:sp>
        <p:nvSpPr>
          <p:cNvPr id="37" name="Rectangle 36"/>
          <p:cNvSpPr/>
          <p:nvPr userDrawn="1"/>
        </p:nvSpPr>
        <p:spPr>
          <a:xfrm>
            <a:off x="16222135" y="-801901"/>
            <a:ext cx="1267863" cy="1267862"/>
          </a:xfrm>
          <a:prstGeom prst="rect">
            <a:avLst/>
          </a:prstGeom>
          <a:solidFill>
            <a:srgbClr val="F2F4F8"/>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endParaRPr lang="en-US" dirty="0">
              <a:solidFill>
                <a:schemeClr val="tx1"/>
              </a:solidFill>
              <a:latin typeface="IBM Plex Sans" panose="020B0503050203000203" pitchFamily="34" charset="0"/>
            </a:endParaRPr>
          </a:p>
          <a:p>
            <a:pPr algn="ctr"/>
            <a:r>
              <a:rPr lang="en-US" dirty="0">
                <a:solidFill>
                  <a:schemeClr val="tx1"/>
                </a:solidFill>
                <a:latin typeface="IBM Plex Sans" panose="020B0503050203000203" pitchFamily="34" charset="0"/>
              </a:rPr>
              <a:t>#F2F4F8</a:t>
            </a:r>
            <a:endParaRPr lang="en-US" dirty="0">
              <a:solidFill>
                <a:schemeClr val="tx1"/>
              </a:solidFill>
              <a:latin typeface="IBM Plex Sans" panose="020B0503050203000203" pitchFamily="34" charset="0"/>
            </a:endParaRPr>
          </a:p>
        </p:txBody>
      </p:sp>
      <p:sp>
        <p:nvSpPr>
          <p:cNvPr id="38" name="Rectangle 37"/>
          <p:cNvSpPr/>
          <p:nvPr userDrawn="1"/>
        </p:nvSpPr>
        <p:spPr>
          <a:xfrm>
            <a:off x="14397282" y="-2352139"/>
            <a:ext cx="1267863" cy="1267862"/>
          </a:xfrm>
          <a:prstGeom prst="rect">
            <a:avLst/>
          </a:prstGeom>
          <a:solidFill>
            <a:srgbClr val="BE95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endParaRPr lang="en-US" dirty="0">
              <a:solidFill>
                <a:schemeClr val="tx1"/>
              </a:solidFill>
              <a:latin typeface="IBM Plex Sans" panose="020B0503050203000203" pitchFamily="34" charset="0"/>
            </a:endParaRPr>
          </a:p>
          <a:p>
            <a:pPr algn="ctr"/>
            <a:r>
              <a:rPr lang="en-US" dirty="0">
                <a:solidFill>
                  <a:schemeClr val="tx1"/>
                </a:solidFill>
                <a:latin typeface="IBM Plex Sans" panose="020B0503050203000203" pitchFamily="34" charset="0"/>
              </a:rPr>
              <a:t>#BE95FF</a:t>
            </a:r>
            <a:endParaRPr lang="en-US" dirty="0">
              <a:solidFill>
                <a:schemeClr val="tx1"/>
              </a:solidFill>
              <a:latin typeface="IBM Plex Sans" panose="020B0503050203000203" pitchFamily="34" charset="0"/>
            </a:endParaRPr>
          </a:p>
        </p:txBody>
      </p:sp>
      <p:sp>
        <p:nvSpPr>
          <p:cNvPr id="39" name="Rectangle 38"/>
          <p:cNvSpPr/>
          <p:nvPr userDrawn="1"/>
        </p:nvSpPr>
        <p:spPr>
          <a:xfrm>
            <a:off x="14397282" y="-812143"/>
            <a:ext cx="1267863" cy="1267862"/>
          </a:xfrm>
          <a:prstGeom prst="rect">
            <a:avLst/>
          </a:prstGeom>
          <a:solidFill>
            <a:srgbClr val="33B1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endParaRPr lang="en-US" dirty="0">
              <a:solidFill>
                <a:schemeClr val="tx1"/>
              </a:solidFill>
              <a:latin typeface="IBM Plex Sans" panose="020B0503050203000203" pitchFamily="34" charset="0"/>
            </a:endParaRPr>
          </a:p>
          <a:p>
            <a:pPr algn="ctr"/>
            <a:r>
              <a:rPr lang="en-US" dirty="0">
                <a:solidFill>
                  <a:schemeClr val="tx1"/>
                </a:solidFill>
                <a:latin typeface="IBM Plex Sans" panose="020B0503050203000203" pitchFamily="34" charset="0"/>
              </a:rPr>
              <a:t>#33B1FF</a:t>
            </a:r>
            <a:endParaRPr lang="en-US" dirty="0">
              <a:solidFill>
                <a:schemeClr val="tx1"/>
              </a:solidFill>
              <a:latin typeface="IBM Plex Sans" panose="020B0503050203000203" pitchFamily="34" charset="0"/>
            </a:endParaRPr>
          </a:p>
        </p:txBody>
      </p:sp>
      <p:sp>
        <p:nvSpPr>
          <p:cNvPr id="42" name="Rectangle 41"/>
          <p:cNvSpPr/>
          <p:nvPr userDrawn="1"/>
        </p:nvSpPr>
        <p:spPr>
          <a:xfrm>
            <a:off x="12572429" y="-2309174"/>
            <a:ext cx="1267863" cy="1267862"/>
          </a:xfrm>
          <a:prstGeom prst="rect">
            <a:avLst/>
          </a:prstGeom>
          <a:solidFill>
            <a:srgbClr val="08BDBA"/>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endParaRPr lang="en-US" dirty="0">
              <a:solidFill>
                <a:schemeClr val="tx1"/>
              </a:solidFill>
              <a:latin typeface="IBM Plex Sans" panose="020B0503050203000203" pitchFamily="34" charset="0"/>
            </a:endParaRPr>
          </a:p>
          <a:p>
            <a:pPr algn="ctr"/>
            <a:r>
              <a:rPr lang="en-US" dirty="0">
                <a:solidFill>
                  <a:schemeClr val="tx1"/>
                </a:solidFill>
                <a:latin typeface="IBM Plex Sans" panose="020B0503050203000203" pitchFamily="34" charset="0"/>
              </a:rPr>
              <a:t>#08BDBA</a:t>
            </a:r>
            <a:endParaRPr lang="en-US" dirty="0">
              <a:solidFill>
                <a:schemeClr val="tx1"/>
              </a:solidFill>
              <a:latin typeface="IBM Plex Sans" panose="020B0503050203000203" pitchFamily="34" charset="0"/>
            </a:endParaRPr>
          </a:p>
        </p:txBody>
      </p:sp>
      <p:sp>
        <p:nvSpPr>
          <p:cNvPr id="43" name="Rectangle 42"/>
          <p:cNvSpPr/>
          <p:nvPr userDrawn="1"/>
        </p:nvSpPr>
        <p:spPr>
          <a:xfrm>
            <a:off x="12572429" y="-769178"/>
            <a:ext cx="1267863" cy="1267862"/>
          </a:xfrm>
          <a:prstGeom prst="rect">
            <a:avLst/>
          </a:prstGeom>
          <a:solidFill>
            <a:srgbClr val="78A9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endParaRPr lang="en-US" dirty="0">
              <a:solidFill>
                <a:schemeClr val="tx1"/>
              </a:solidFill>
              <a:latin typeface="IBM Plex Sans" panose="020B0503050203000203" pitchFamily="34" charset="0"/>
            </a:endParaRPr>
          </a:p>
          <a:p>
            <a:pPr algn="ctr"/>
            <a:r>
              <a:rPr lang="en-US" dirty="0">
                <a:solidFill>
                  <a:schemeClr val="tx1"/>
                </a:solidFill>
                <a:latin typeface="IBM Plex Sans" panose="020B0503050203000203" pitchFamily="34" charset="0"/>
              </a:rPr>
              <a:t>#78A9FF</a:t>
            </a:r>
            <a:endParaRPr lang="en-US" dirty="0">
              <a:solidFill>
                <a:schemeClr val="tx1"/>
              </a:solidFill>
              <a:latin typeface="IBM Plex Sans" panose="020B0503050203000203" pitchFamily="34" charset="0"/>
            </a:endParaRPr>
          </a:p>
        </p:txBody>
      </p:sp>
      <p:sp>
        <p:nvSpPr>
          <p:cNvPr id="46" name="Rectangle 45"/>
          <p:cNvSpPr/>
          <p:nvPr userDrawn="1"/>
        </p:nvSpPr>
        <p:spPr>
          <a:xfrm>
            <a:off x="17993876" y="-2309174"/>
            <a:ext cx="1267863" cy="1267862"/>
          </a:xfrm>
          <a:prstGeom prst="rect">
            <a:avLst/>
          </a:prstGeom>
          <a:solidFill>
            <a:srgbClr val="525252"/>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bg2"/>
                </a:solidFill>
                <a:latin typeface="IBM Plex Sans" panose="020B0503050203000203" pitchFamily="34" charset="0"/>
              </a:rPr>
              <a:t>Labels</a:t>
            </a:r>
            <a:endParaRPr lang="en-US" dirty="0">
              <a:solidFill>
                <a:schemeClr val="bg2"/>
              </a:solidFill>
              <a:latin typeface="IBM Plex Sans" panose="020B0503050203000203" pitchFamily="34" charset="0"/>
            </a:endParaRPr>
          </a:p>
          <a:p>
            <a:pPr algn="ctr"/>
            <a:r>
              <a:rPr lang="en-US" dirty="0">
                <a:solidFill>
                  <a:schemeClr val="bg2"/>
                </a:solidFill>
                <a:latin typeface="IBM Plex Sans" panose="020B0503050203000203" pitchFamily="34" charset="0"/>
              </a:rPr>
              <a:t>#525252</a:t>
            </a:r>
            <a:endParaRPr lang="en-US" dirty="0">
              <a:solidFill>
                <a:schemeClr val="bg2"/>
              </a:solidFill>
              <a:latin typeface="IBM Plex Sans" panose="020B0503050203000203" pitchFamily="34" charset="0"/>
            </a:endParaRPr>
          </a:p>
        </p:txBody>
      </p:sp>
      <p:sp>
        <p:nvSpPr>
          <p:cNvPr id="47" name="Rectangle 46"/>
          <p:cNvSpPr/>
          <p:nvPr userDrawn="1"/>
        </p:nvSpPr>
        <p:spPr>
          <a:xfrm>
            <a:off x="17993875" y="-812143"/>
            <a:ext cx="1267863" cy="1267862"/>
          </a:xfrm>
          <a:prstGeom prst="rect">
            <a:avLst/>
          </a:prstGeom>
          <a:solidFill>
            <a:srgbClr val="262626"/>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bg2"/>
                </a:solidFill>
                <a:latin typeface="IBM Plex Sans" panose="020B0503050203000203" pitchFamily="34" charset="0"/>
              </a:rPr>
              <a:t>Text</a:t>
            </a:r>
            <a:endParaRPr lang="en-US" dirty="0">
              <a:solidFill>
                <a:schemeClr val="bg2"/>
              </a:solidFill>
              <a:latin typeface="IBM Plex Sans" panose="020B0503050203000203" pitchFamily="34" charset="0"/>
            </a:endParaRPr>
          </a:p>
          <a:p>
            <a:pPr algn="ctr"/>
            <a:r>
              <a:rPr lang="en-US" dirty="0">
                <a:solidFill>
                  <a:schemeClr val="bg2"/>
                </a:solidFill>
                <a:latin typeface="IBM Plex Sans" panose="020B0503050203000203" pitchFamily="34" charset="0"/>
              </a:rPr>
              <a:t>#262626</a:t>
            </a:r>
            <a:endParaRPr lang="en-US" dirty="0">
              <a:solidFill>
                <a:schemeClr val="bg2"/>
              </a:solidFill>
              <a:latin typeface="IBM Plex Sans" panose="020B0503050203000203" pitchFamily="34" charset="0"/>
            </a:endParaRPr>
          </a:p>
        </p:txBody>
      </p:sp>
      <p:grpSp>
        <p:nvGrpSpPr>
          <p:cNvPr id="64" name="Group 63"/>
          <p:cNvGrpSpPr/>
          <p:nvPr userDrawn="1"/>
        </p:nvGrpSpPr>
        <p:grpSpPr>
          <a:xfrm>
            <a:off x="11094856" y="6244940"/>
            <a:ext cx="1098532" cy="613059"/>
            <a:chOff x="8965342" y="4231217"/>
            <a:chExt cx="1608171" cy="897474"/>
          </a:xfrm>
        </p:grpSpPr>
        <p:pic>
          <p:nvPicPr>
            <p:cNvPr id="60" name="Graphic 59"/>
            <p:cNvPicPr>
              <a:picLocks noChangeAspect="1"/>
            </p:cNvPicPr>
            <p:nvPr userDrawn="1"/>
          </p:nvPicPr>
          <p:blipFill>
            <a:blip r:embed="rId9">
              <a:extLst>
                <a:ext uri="{96DAC541-7B7A-43D3-8B79-37D633B846F1}">
                  <asvg:svgBlip xmlns:asvg="http://schemas.microsoft.com/office/drawing/2016/SVG/main" r:embed="rId10"/>
                </a:ext>
              </a:extLst>
            </a:blip>
            <a:stretch>
              <a:fillRect/>
            </a:stretch>
          </p:blipFill>
          <p:spPr>
            <a:xfrm>
              <a:off x="9321121" y="4418033"/>
              <a:ext cx="897474" cy="355817"/>
            </a:xfrm>
            <a:prstGeom prst="rect">
              <a:avLst/>
            </a:prstGeom>
          </p:spPr>
        </p:pic>
        <p:pic>
          <p:nvPicPr>
            <p:cNvPr id="61" name="Graphic 60" hidden="1"/>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a:off x="9321121" y="4772874"/>
              <a:ext cx="897474" cy="355817"/>
            </a:xfrm>
            <a:prstGeom prst="rect">
              <a:avLst/>
            </a:prstGeom>
          </p:spPr>
        </p:pic>
        <p:pic>
          <p:nvPicPr>
            <p:cNvPr id="62" name="Graphic 61" hidden="1"/>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rot="16200000">
              <a:off x="9946868" y="4502045"/>
              <a:ext cx="897474" cy="355817"/>
            </a:xfrm>
            <a:prstGeom prst="rect">
              <a:avLst/>
            </a:prstGeom>
          </p:spPr>
        </p:pic>
        <p:pic>
          <p:nvPicPr>
            <p:cNvPr id="63" name="Graphic 62" hidden="1"/>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rot="16200000">
              <a:off x="8694514" y="4502045"/>
              <a:ext cx="897474" cy="355817"/>
            </a:xfrm>
            <a:prstGeom prst="rect">
              <a:avLst/>
            </a:prstGeom>
          </p:spPr>
        </p:pic>
      </p:grpSp>
      <p:pic>
        <p:nvPicPr>
          <p:cNvPr id="66" name="Graphic 65"/>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a:off x="241053" y="6372101"/>
            <a:ext cx="1630680" cy="247650"/>
          </a:xfrm>
          <a:prstGeom prst="rect">
            <a:avLst/>
          </a:prstGeom>
        </p:spPr>
      </p:pic>
      <p:sp>
        <p:nvSpPr>
          <p:cNvPr id="67" name="Rectangle 66" hidden="1"/>
          <p:cNvSpPr/>
          <p:nvPr userDrawn="1"/>
        </p:nvSpPr>
        <p:spPr>
          <a:xfrm>
            <a:off x="-76201" y="6356350"/>
            <a:ext cx="12353925" cy="276797"/>
          </a:xfrm>
          <a:prstGeom prst="rect">
            <a:avLst/>
          </a:prstGeom>
          <a:noFill/>
          <a:ln w="28575">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5"/>
    </p:custDataLst>
  </p:cSld>
  <p:clrMap bg1="lt1" tx1="dk1" bg2="lt2" tx2="dk2" accent1="accent1" accent2="accent2" accent3="accent3" accent4="accent4" accent5="accent5" accent6="accent6" hlink="hlink" folHlink="folHlink"/>
  <p:sldLayoutIdLst>
    <p:sldLayoutId id="2147483719" r:id="rId1"/>
    <p:sldLayoutId id="2147483720" r:id="rId2"/>
    <p:sldLayoutId id="2147483721" r:id="rId3"/>
    <p:sldLayoutId id="2147483722" r:id="rId4"/>
    <p:sldLayoutId id="2147483723" r:id="rId5"/>
    <p:sldLayoutId id="2147483724" r:id="rId6"/>
  </p:sldLayoutIdLst>
  <p:txStyles>
    <p:titleStyle>
      <a:lvl1pPr algn="l" defTabSz="914400" rtl="0" eaLnBrk="1" latinLnBrk="0" hangingPunct="1">
        <a:lnSpc>
          <a:spcPct val="90000"/>
        </a:lnSpc>
        <a:spcBef>
          <a:spcPct val="0"/>
        </a:spcBef>
        <a:buNone/>
        <a:defRPr sz="4000" b="1" i="0" kern="1200">
          <a:solidFill>
            <a:srgbClr val="525252"/>
          </a:solidFill>
          <a:latin typeface="IBM Plex Sans SemiBold" panose="020B0503050203000203" pitchFamily="34" charset="0"/>
          <a:ea typeface="IBM Plex Sans SemiBold" panose="020B0503050203000203" pitchFamily="34" charset="0"/>
          <a:cs typeface="IBM Plex Sans SemiBold" panose="020B0503050203000203" pitchFamily="34" charset="0"/>
        </a:defRPr>
      </a:lvl1pPr>
    </p:titleStyle>
    <p:bodyStyle>
      <a:lvl1pPr marL="228600" indent="-228600" algn="l" defTabSz="914400" rtl="0" eaLnBrk="1" latinLnBrk="0" hangingPunct="1">
        <a:lnSpc>
          <a:spcPct val="90000"/>
        </a:lnSpc>
        <a:spcBef>
          <a:spcPts val="1000"/>
        </a:spcBef>
        <a:buFont typeface="Arial" panose="020B0604020202020204"/>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a:buChar char="•"/>
        <a:defRPr sz="1800" kern="1200">
          <a:solidFill>
            <a:srgbClr val="262626"/>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a:buChar char="•"/>
        <a:defRPr sz="1800" kern="1200">
          <a:solidFill>
            <a:srgbClr val="262626"/>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12.xml"/><Relationship Id="rId1" Type="http://schemas.openxmlformats.org/officeDocument/2006/relationships/image" Target="../media/image27.png"/></Relationships>
</file>

<file path=ppt/slides/_rels/slide2.xml.rels><?xml version="1.0" encoding="UTF-8" standalone="yes"?>
<Relationships xmlns="http://schemas.openxmlformats.org/package/2006/relationships"><Relationship Id="rId9" Type="http://schemas.openxmlformats.org/officeDocument/2006/relationships/customXml" Target="../ink/ink6.xml"/><Relationship Id="rId8" Type="http://schemas.openxmlformats.org/officeDocument/2006/relationships/customXml" Target="../ink/ink5.xml"/><Relationship Id="rId7" Type="http://schemas.openxmlformats.org/officeDocument/2006/relationships/image" Target="../media/image30.png"/><Relationship Id="rId6" Type="http://schemas.openxmlformats.org/officeDocument/2006/relationships/customXml" Target="../ink/ink4.xml"/><Relationship Id="rId5" Type="http://schemas.openxmlformats.org/officeDocument/2006/relationships/customXml" Target="../ink/ink3.xml"/><Relationship Id="rId4" Type="http://schemas.openxmlformats.org/officeDocument/2006/relationships/customXml" Target="../ink/ink2.xml"/><Relationship Id="rId3" Type="http://schemas.openxmlformats.org/officeDocument/2006/relationships/image" Target="../media/image29.png"/><Relationship Id="rId2" Type="http://schemas.openxmlformats.org/officeDocument/2006/relationships/customXml" Target="../ink/ink1.xml"/><Relationship Id="rId15" Type="http://schemas.openxmlformats.org/officeDocument/2006/relationships/slideLayout" Target="../slideLayouts/slideLayout2.xml"/><Relationship Id="rId14" Type="http://schemas.openxmlformats.org/officeDocument/2006/relationships/tags" Target="../tags/tag13.xml"/><Relationship Id="rId13" Type="http://schemas.openxmlformats.org/officeDocument/2006/relationships/image" Target="../media/image31.png"/><Relationship Id="rId12" Type="http://schemas.openxmlformats.org/officeDocument/2006/relationships/customXml" Target="../ink/ink9.xml"/><Relationship Id="rId11" Type="http://schemas.openxmlformats.org/officeDocument/2006/relationships/customXml" Target="../ink/ink8.xml"/><Relationship Id="rId10" Type="http://schemas.openxmlformats.org/officeDocument/2006/relationships/customXml" Target="../ink/ink7.xml"/><Relationship Id="rId1" Type="http://schemas.openxmlformats.org/officeDocument/2006/relationships/image" Target="../media/image28.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14.xml"/><Relationship Id="rId1" Type="http://schemas.openxmlformats.org/officeDocument/2006/relationships/image" Target="../media/image32.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9.xml"/><Relationship Id="rId2" Type="http://schemas.openxmlformats.org/officeDocument/2006/relationships/tags" Target="../tags/tag15.xml"/><Relationship Id="rId1" Type="http://schemas.openxmlformats.org/officeDocument/2006/relationships/image" Target="../media/image32.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tags" Target="../tags/tag16.xml"/><Relationship Id="rId1" Type="http://schemas.openxmlformats.org/officeDocument/2006/relationships/image" Target="../media/image32.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1.xml"/><Relationship Id="rId2" Type="http://schemas.openxmlformats.org/officeDocument/2006/relationships/tags" Target="../tags/tag17.xml"/><Relationship Id="rId1" Type="http://schemas.openxmlformats.org/officeDocument/2006/relationships/image" Target="../media/image32.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7.xml"/><Relationship Id="rId2" Type="http://schemas.openxmlformats.org/officeDocument/2006/relationships/tags" Target="../tags/tag18.xml"/><Relationship Id="rId1" Type="http://schemas.openxmlformats.org/officeDocument/2006/relationships/image" Target="../media/image32.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33.xml"/><Relationship Id="rId2" Type="http://schemas.openxmlformats.org/officeDocument/2006/relationships/tags" Target="../tags/tag19.xml"/><Relationship Id="rId1" Type="http://schemas.openxmlformats.org/officeDocument/2006/relationships/image" Target="../media/image32.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20.xml"/><Relationship Id="rId1" Type="http://schemas.openxmlformats.org/officeDocument/2006/relationships/image" Target="../media/image33.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39.xml"/><Relationship Id="rId2" Type="http://schemas.openxmlformats.org/officeDocument/2006/relationships/tags" Target="../tags/tag21.xml"/><Relationship Id="rId1" Type="http://schemas.openxmlformats.org/officeDocument/2006/relationships/image" Target="../media/image33.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45.xml"/><Relationship Id="rId2" Type="http://schemas.openxmlformats.org/officeDocument/2006/relationships/tags" Target="../tags/tag22.xml"/><Relationship Id="rId1" Type="http://schemas.openxmlformats.org/officeDocument/2006/relationships/image" Target="../media/image33.pn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23.xml"/><Relationship Id="rId1" Type="http://schemas.openxmlformats.org/officeDocument/2006/relationships/image" Target="../media/image34.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51.xml"/><Relationship Id="rId2" Type="http://schemas.openxmlformats.org/officeDocument/2006/relationships/tags" Target="../tags/tag24.xml"/><Relationship Id="rId1" Type="http://schemas.openxmlformats.org/officeDocument/2006/relationships/image" Target="../media/image34.pn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57.xml"/><Relationship Id="rId2" Type="http://schemas.openxmlformats.org/officeDocument/2006/relationships/tags" Target="../tags/tag25.xml"/><Relationship Id="rId1" Type="http://schemas.openxmlformats.org/officeDocument/2006/relationships/image" Target="../media/image34.png"/></Relationships>
</file>

<file path=ppt/slides/_rels/slide15.xml.rels><?xml version="1.0" encoding="UTF-8" standalone="yes"?>
<Relationships xmlns="http://schemas.openxmlformats.org/package/2006/relationships"><Relationship Id="rId4" Type="http://schemas.openxmlformats.org/officeDocument/2006/relationships/slideLayout" Target="../slideLayouts/slideLayout3.xml"/><Relationship Id="rId3" Type="http://schemas.openxmlformats.org/officeDocument/2006/relationships/tags" Target="../tags/tag26.xml"/><Relationship Id="rId2" Type="http://schemas.openxmlformats.org/officeDocument/2006/relationships/image" Target="../media/image36.svg"/><Relationship Id="rId1" Type="http://schemas.openxmlformats.org/officeDocument/2006/relationships/image" Target="../media/image35.pn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27.xml"/><Relationship Id="rId1" Type="http://schemas.openxmlformats.org/officeDocument/2006/relationships/image" Target="../media/image37.png"/></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28.xml"/><Relationship Id="rId1" Type="http://schemas.openxmlformats.org/officeDocument/2006/relationships/image" Target="../media/image38.png"/></Relationships>
</file>

<file path=ppt/slides/_rels/slide18.xml.rels><?xml version="1.0" encoding="UTF-8" standalone="yes"?>
<Relationships xmlns="http://schemas.openxmlformats.org/package/2006/relationships"><Relationship Id="rId4" Type="http://schemas.openxmlformats.org/officeDocument/2006/relationships/slideLayout" Target="../slideLayouts/slideLayout3.xml"/><Relationship Id="rId3" Type="http://schemas.openxmlformats.org/officeDocument/2006/relationships/tags" Target="../tags/tag29.xml"/><Relationship Id="rId2" Type="http://schemas.openxmlformats.org/officeDocument/2006/relationships/image" Target="../media/image40.png"/><Relationship Id="rId1" Type="http://schemas.openxmlformats.org/officeDocument/2006/relationships/image" Target="../media/image39.png"/></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30.xml"/><Relationship Id="rId1" Type="http://schemas.openxmlformats.org/officeDocument/2006/relationships/image" Target="../media/image41.png"/></Relationships>
</file>

<file path=ppt/slides/_rels/slide20.xml.rels><?xml version="1.0" encoding="UTF-8" standalone="yes"?>
<Relationships xmlns="http://schemas.openxmlformats.org/package/2006/relationships"><Relationship Id="rId4" Type="http://schemas.openxmlformats.org/officeDocument/2006/relationships/slideLayout" Target="../slideLayouts/slideLayout3.xml"/><Relationship Id="rId3" Type="http://schemas.openxmlformats.org/officeDocument/2006/relationships/tags" Target="../tags/tag31.xml"/><Relationship Id="rId2" Type="http://schemas.openxmlformats.org/officeDocument/2006/relationships/image" Target="../media/image43.png"/><Relationship Id="rId1" Type="http://schemas.openxmlformats.org/officeDocument/2006/relationships/image" Target="../media/image42.png"/></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32.xml"/><Relationship Id="rId1" Type="http://schemas.openxmlformats.org/officeDocument/2006/relationships/image" Target="../media/image44.png"/></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33.xml"/><Relationship Id="rId1" Type="http://schemas.openxmlformats.org/officeDocument/2006/relationships/image" Target="../media/image45.png"/></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34.xml"/><Relationship Id="rId1" Type="http://schemas.openxmlformats.org/officeDocument/2006/relationships/image" Target="../media/image46.png"/></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35.xml"/><Relationship Id="rId1" Type="http://schemas.openxmlformats.org/officeDocument/2006/relationships/image" Target="../media/image47.png"/></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36.xml"/><Relationship Id="rId1" Type="http://schemas.openxmlformats.org/officeDocument/2006/relationships/image" Target="../media/image48.png"/></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63.xml"/><Relationship Id="rId2" Type="http://schemas.openxmlformats.org/officeDocument/2006/relationships/tags" Target="../tags/tag38.xml"/><Relationship Id="rId1" Type="http://schemas.openxmlformats.org/officeDocument/2006/relationships/tags" Target="../tags/tag37.xml"/></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39.xml"/><Relationship Id="rId1" Type="http://schemas.openxmlformats.org/officeDocument/2006/relationships/image" Target="../media/image45.png"/></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40.xml"/></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41.xml"/><Relationship Id="rId1" Type="http://schemas.openxmlformats.org/officeDocument/2006/relationships/image" Target="../media/image49.png"/></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42.xml"/><Relationship Id="rId1" Type="http://schemas.openxmlformats.org/officeDocument/2006/relationships/image" Target="../media/image5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552162"/>
            <a:ext cx="10515600" cy="611620"/>
          </a:xfrm>
        </p:spPr>
        <p:txBody>
          <a:bodyPr anchor="ctr">
            <a:noAutofit/>
          </a:bodyPr>
          <a:lstStyle/>
          <a:p>
            <a:pPr algn="ctr"/>
            <a:r>
              <a:rPr lang="en-IN" altLang="en-US" i="1" dirty="0">
                <a:solidFill>
                  <a:schemeClr val="accent1">
                    <a:lumMod val="75000"/>
                  </a:schemeClr>
                </a:solidFill>
              </a:rPr>
              <a:t>IBM CAPSTONE PROJECT</a:t>
            </a:r>
            <a:endParaRPr lang="en-IN" altLang="en-US" i="1" dirty="0">
              <a:solidFill>
                <a:schemeClr val="accent1">
                  <a:lumMod val="75000"/>
                </a:schemeClr>
              </a:solidFill>
            </a:endParaRPr>
          </a:p>
        </p:txBody>
      </p:sp>
      <p:sp>
        <p:nvSpPr>
          <p:cNvPr id="3" name="Subtitle 2"/>
          <p:cNvSpPr>
            <a:spLocks noGrp="1"/>
          </p:cNvSpPr>
          <p:nvPr>
            <p:ph sz="half" idx="1"/>
          </p:nvPr>
        </p:nvSpPr>
        <p:spPr/>
        <p:txBody>
          <a:bodyPr>
            <a:normAutofit/>
          </a:bodyPr>
          <a:lstStyle/>
          <a:p>
            <a:pPr marL="0" indent="0">
              <a:buNone/>
            </a:pPr>
            <a:r>
              <a:rPr lang="en-IN" altLang="en-US" b="1" dirty="0">
                <a:solidFill>
                  <a:schemeClr val="bg1">
                    <a:lumMod val="75000"/>
                  </a:schemeClr>
                </a:solidFill>
                <a:latin typeface="IBM Plex Mono Medium" panose="020B0609050203000203" pitchFamily="49" charset="0"/>
              </a:rPr>
              <a:t>Jesna Salim</a:t>
            </a:r>
            <a:endParaRPr lang="en-IN" altLang="en-US" b="1" dirty="0">
              <a:solidFill>
                <a:schemeClr val="bg1">
                  <a:lumMod val="75000"/>
                </a:schemeClr>
              </a:solidFill>
              <a:latin typeface="IBM Plex Mono Medium" panose="020B0609050203000203" pitchFamily="49" charset="0"/>
            </a:endParaRPr>
          </a:p>
          <a:p>
            <a:pPr marL="0" indent="0">
              <a:buNone/>
            </a:pPr>
            <a:r>
              <a:rPr lang="en-IN" altLang="en-US" b="1" dirty="0">
                <a:solidFill>
                  <a:schemeClr val="bg1">
                    <a:lumMod val="75000"/>
                  </a:schemeClr>
                </a:solidFill>
                <a:latin typeface="IBM Plex Mono Medium" panose="020B0609050203000203" pitchFamily="49" charset="0"/>
              </a:rPr>
              <a:t>24-02-2026</a:t>
            </a:r>
            <a:r>
              <a:rPr lang="en-US" b="1" dirty="0">
                <a:solidFill>
                  <a:schemeClr val="bg1">
                    <a:lumMod val="75000"/>
                  </a:schemeClr>
                </a:solidFill>
                <a:latin typeface="IBM Plex Mono Medium" panose="020B0609050203000203" pitchFamily="49" charset="0"/>
              </a:rPr>
              <a:t> </a:t>
            </a:r>
            <a:endParaRPr lang="en-US" b="1" dirty="0">
              <a:solidFill>
                <a:schemeClr val="bg1">
                  <a:lumMod val="75000"/>
                </a:schemeClr>
              </a:solidFill>
              <a:latin typeface="IBM Plex Mono Medium" panose="020B0609050203000203" pitchFamily="49" charset="0"/>
            </a:endParaRPr>
          </a:p>
          <a:p>
            <a:pPr marL="0" indent="0">
              <a:buNone/>
            </a:pPr>
            <a:endParaRPr lang="en-US" b="1" dirty="0"/>
          </a:p>
        </p:txBody>
      </p:sp>
      <p:pic>
        <p:nvPicPr>
          <p:cNvPr id="4" name="Picture 3"/>
          <p:cNvPicPr>
            <a:picLocks noChangeAspect="1"/>
          </p:cNvPicPr>
          <p:nvPr/>
        </p:nvPicPr>
        <p:blipFill>
          <a:blip r:embed="rId1"/>
          <a:stretch>
            <a:fillRect/>
          </a:stretch>
        </p:blipFill>
        <p:spPr>
          <a:xfrm>
            <a:off x="5689811" y="1600200"/>
            <a:ext cx="5038015" cy="4572000"/>
          </a:xfrm>
          <a:prstGeom prst="rect">
            <a:avLst/>
          </a:prstGeom>
          <a:noFill/>
        </p:spPr>
      </p:pic>
    </p:spTree>
    <p:custDataLst>
      <p:tags r:id="rId2"/>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1"/>
          <a:stretch>
            <a:fillRect/>
          </a:stretch>
        </p:blipFill>
        <p:spPr>
          <a:xfrm>
            <a:off x="1450711" y="2025672"/>
            <a:ext cx="3194581" cy="3194581"/>
          </a:xfrm>
          <a:prstGeom prst="rect">
            <a:avLst/>
          </a:prstGeom>
        </p:spPr>
      </p:pic>
      <p:sp>
        <p:nvSpPr>
          <p:cNvPr id="9" name="Title 1"/>
          <p:cNvSpPr txBox="1"/>
          <p:nvPr/>
        </p:nvSpPr>
        <p:spPr>
          <a:xfrm>
            <a:off x="782054" y="263810"/>
            <a:ext cx="8508528"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000" b="1" i="0" kern="1200">
                <a:solidFill>
                  <a:srgbClr val="525252"/>
                </a:solidFill>
                <a:latin typeface="IBM Plex Sans SemiBold" panose="020B0503050203000203" pitchFamily="34" charset="0"/>
                <a:ea typeface="IBM Plex Sans SemiBold" panose="020B0503050203000203" pitchFamily="34" charset="0"/>
                <a:cs typeface="IBM Plex Sans SemiBold" panose="020B0503050203000203" pitchFamily="34" charset="0"/>
              </a:defRPr>
            </a:lvl1pPr>
          </a:lstStyle>
          <a:p>
            <a:r>
              <a:rPr lang="en-US"/>
              <a:t>OUTLINE</a:t>
            </a:r>
            <a:endParaRPr lang="en-US" dirty="0"/>
          </a:p>
        </p:txBody>
      </p:sp>
      <p:sp>
        <p:nvSpPr>
          <p:cNvPr id="10" name="Content Placeholder 2"/>
          <p:cNvSpPr txBox="1"/>
          <p:nvPr/>
        </p:nvSpPr>
        <p:spPr>
          <a:xfrm>
            <a:off x="6172200" y="1825625"/>
            <a:ext cx="5181600" cy="4351338"/>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a:buChar char="•"/>
              <a:defRPr sz="1800" kern="1200">
                <a:solidFill>
                  <a:srgbClr val="262626"/>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a:buChar char="•"/>
              <a:defRPr sz="1800" kern="1200">
                <a:solidFill>
                  <a:srgbClr val="262626"/>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9pPr>
          </a:lstStyle>
          <a:p>
            <a:r>
              <a:rPr lang="en-US" sz="2400" dirty="0"/>
              <a:t>Executive Summary</a:t>
            </a:r>
            <a:endParaRPr lang="en-US" sz="2400" dirty="0"/>
          </a:p>
          <a:p>
            <a:r>
              <a:rPr lang="en-US" sz="2400" dirty="0"/>
              <a:t>Introduction</a:t>
            </a:r>
            <a:endParaRPr lang="en-US" sz="2400" dirty="0"/>
          </a:p>
          <a:p>
            <a:r>
              <a:rPr lang="en-US" sz="2400" dirty="0"/>
              <a:t>Methodology</a:t>
            </a:r>
            <a:endParaRPr lang="en-US" sz="2400" dirty="0"/>
          </a:p>
          <a:p>
            <a:r>
              <a:rPr lang="en-US" sz="2400" dirty="0"/>
              <a:t>Results</a:t>
            </a:r>
            <a:endParaRPr lang="en-US" sz="2400" dirty="0"/>
          </a:p>
          <a:p>
            <a:pPr lvl="1"/>
            <a:r>
              <a:rPr lang="en-US" dirty="0"/>
              <a:t>Visualization – Charts</a:t>
            </a:r>
            <a:endParaRPr lang="en-US" dirty="0"/>
          </a:p>
          <a:p>
            <a:pPr lvl="1"/>
            <a:r>
              <a:rPr lang="en-US" dirty="0"/>
              <a:t>Dashboard</a:t>
            </a:r>
            <a:endParaRPr lang="en-US" dirty="0"/>
          </a:p>
          <a:p>
            <a:r>
              <a:rPr lang="en-US" sz="2400" dirty="0"/>
              <a:t>Discussion</a:t>
            </a:r>
            <a:endParaRPr lang="en-US" sz="2400" dirty="0"/>
          </a:p>
          <a:p>
            <a:pPr lvl="1"/>
            <a:r>
              <a:rPr lang="en-US" dirty="0"/>
              <a:t>Findings &amp; Implications</a:t>
            </a:r>
            <a:endParaRPr lang="en-US" dirty="0"/>
          </a:p>
          <a:p>
            <a:r>
              <a:rPr lang="en-US" sz="2400" dirty="0"/>
              <a:t>Conclusion</a:t>
            </a:r>
            <a:endParaRPr lang="en-US" sz="2400" dirty="0"/>
          </a:p>
          <a:p>
            <a:r>
              <a:rPr lang="en-US" sz="2400" dirty="0"/>
              <a:t>Appendix</a:t>
            </a:r>
            <a:endParaRPr lang="en-US" sz="2400" dirty="0"/>
          </a:p>
        </p:txBody>
      </p:sp>
      <mc:AlternateContent xmlns:mc="http://schemas.openxmlformats.org/markup-compatibility/2006" xmlns:p14="http://schemas.microsoft.com/office/powerpoint/2010/main">
        <mc:Choice Requires="p14">
          <p:contentPart r:id="rId2" p14:bwMode="auto">
            <p14:nvContentPartPr>
              <p14:cNvPr id="11" name="Ink 10"/>
              <p14:cNvContentPartPr/>
              <p14:nvPr/>
            </p14:nvContentPartPr>
            <p14:xfrm>
              <a:off x="1889280" y="999312"/>
              <a:ext cx="360" cy="360"/>
            </p14:xfrm>
          </p:contentPart>
        </mc:Choice>
        <mc:Fallback xmlns="">
          <p:pic>
            <p:nvPicPr>
              <p:cNvPr id="11" name="Ink 10"/>
            </p:nvPicPr>
            <p:blipFill>
              <a:blip r:embed="rId3"/>
            </p:blipFill>
            <p:spPr>
              <a:xfrm>
                <a:off x="1889280" y="999312"/>
                <a:ext cx="360" cy="360"/>
              </a:xfrm>
              <a:prstGeom prst="rect"/>
            </p:spPr>
          </p:pic>
        </mc:Fallback>
      </mc:AlternateContent>
      <mc:AlternateContent xmlns:mc="http://schemas.openxmlformats.org/markup-compatibility/2006" xmlns:p14="http://schemas.microsoft.com/office/powerpoint/2010/main">
        <mc:Choice Requires="p14">
          <p:contentPart r:id="rId4" p14:bwMode="auto">
            <p14:nvContentPartPr>
              <p14:cNvPr id="12" name="Ink 11"/>
              <p14:cNvContentPartPr/>
              <p14:nvPr/>
            </p14:nvContentPartPr>
            <p14:xfrm>
              <a:off x="2328120" y="962952"/>
              <a:ext cx="360" cy="360"/>
            </p14:xfrm>
          </p:contentPart>
        </mc:Choice>
        <mc:Fallback xmlns="">
          <p:pic>
            <p:nvPicPr>
              <p:cNvPr id="12" name="Ink 11"/>
            </p:nvPicPr>
            <p:blipFill>
              <a:blip r:embed="rId3"/>
            </p:blipFill>
            <p:spPr>
              <a:xfrm>
                <a:off x="2328120" y="962952"/>
                <a:ext cx="360" cy="360"/>
              </a:xfrm>
              <a:prstGeom prst="rect"/>
            </p:spPr>
          </p:pic>
        </mc:Fallback>
      </mc:AlternateContent>
      <mc:AlternateContent xmlns:mc="http://schemas.openxmlformats.org/markup-compatibility/2006" xmlns:p14="http://schemas.microsoft.com/office/powerpoint/2010/main">
        <mc:Choice Requires="p14">
          <p:contentPart r:id="rId5" p14:bwMode="auto">
            <p14:nvContentPartPr>
              <p14:cNvPr id="13" name="Ink 12"/>
              <p14:cNvContentPartPr/>
              <p14:nvPr/>
            </p14:nvContentPartPr>
            <p14:xfrm>
              <a:off x="2828160" y="926232"/>
              <a:ext cx="360" cy="360"/>
            </p14:xfrm>
          </p:contentPart>
        </mc:Choice>
        <mc:Fallback xmlns="">
          <p:pic>
            <p:nvPicPr>
              <p:cNvPr id="13" name="Ink 12"/>
            </p:nvPicPr>
            <p:blipFill>
              <a:blip r:embed="rId3"/>
            </p:blipFill>
            <p:spPr>
              <a:xfrm>
                <a:off x="2828160" y="926232"/>
                <a:ext cx="360" cy="360"/>
              </a:xfrm>
              <a:prstGeom prst="rect"/>
            </p:spPr>
          </p:pic>
        </mc:Fallback>
      </mc:AlternateContent>
      <mc:AlternateContent xmlns:mc="http://schemas.openxmlformats.org/markup-compatibility/2006" xmlns:p14="http://schemas.microsoft.com/office/powerpoint/2010/main">
        <mc:Choice Requires="p14">
          <p:contentPart r:id="rId6" p14:bwMode="auto">
            <p14:nvContentPartPr>
              <p14:cNvPr id="14" name="Ink 13"/>
              <p14:cNvContentPartPr/>
              <p14:nvPr/>
            </p14:nvContentPartPr>
            <p14:xfrm>
              <a:off x="2828160" y="926232"/>
              <a:ext cx="3240" cy="5040"/>
            </p14:xfrm>
          </p:contentPart>
        </mc:Choice>
        <mc:Fallback xmlns="">
          <p:pic>
            <p:nvPicPr>
              <p:cNvPr id="14" name="Ink 13"/>
            </p:nvPicPr>
            <p:blipFill>
              <a:blip r:embed="rId7"/>
            </p:blipFill>
            <p:spPr>
              <a:xfrm>
                <a:off x="2828160" y="926232"/>
                <a:ext cx="3240" cy="5040"/>
              </a:xfrm>
              <a:prstGeom prst="rect"/>
            </p:spPr>
          </p:pic>
        </mc:Fallback>
      </mc:AlternateContent>
      <mc:AlternateContent xmlns:mc="http://schemas.openxmlformats.org/markup-compatibility/2006" xmlns:p14="http://schemas.microsoft.com/office/powerpoint/2010/main">
        <mc:Choice Requires="p14">
          <p:contentPart r:id="rId8" p14:bwMode="auto">
            <p14:nvContentPartPr>
              <p14:cNvPr id="15" name="Ink 14"/>
              <p14:cNvContentPartPr/>
              <p14:nvPr/>
            </p14:nvContentPartPr>
            <p14:xfrm>
              <a:off x="7266240" y="2888952"/>
              <a:ext cx="360" cy="360"/>
            </p14:xfrm>
          </p:contentPart>
        </mc:Choice>
        <mc:Fallback xmlns="">
          <p:pic>
            <p:nvPicPr>
              <p:cNvPr id="15" name="Ink 14"/>
            </p:nvPicPr>
            <p:blipFill>
              <a:blip r:embed="rId3"/>
            </p:blipFill>
            <p:spPr>
              <a:xfrm>
                <a:off x="7266240" y="2888952"/>
                <a:ext cx="360" cy="360"/>
              </a:xfrm>
              <a:prstGeom prst="rect"/>
            </p:spPr>
          </p:pic>
        </mc:Fallback>
      </mc:AlternateContent>
      <mc:AlternateContent xmlns:mc="http://schemas.openxmlformats.org/markup-compatibility/2006" xmlns:p14="http://schemas.microsoft.com/office/powerpoint/2010/main">
        <mc:Choice Requires="p14">
          <p:contentPart r:id="rId9" p14:bwMode="auto">
            <p14:nvContentPartPr>
              <p14:cNvPr id="16" name="Ink 15"/>
              <p14:cNvContentPartPr/>
              <p14:nvPr/>
            </p14:nvContentPartPr>
            <p14:xfrm>
              <a:off x="7266240" y="2888952"/>
              <a:ext cx="360" cy="360"/>
            </p14:xfrm>
          </p:contentPart>
        </mc:Choice>
        <mc:Fallback xmlns="">
          <p:pic>
            <p:nvPicPr>
              <p:cNvPr id="16" name="Ink 15"/>
            </p:nvPicPr>
            <p:blipFill>
              <a:blip r:embed="rId3"/>
            </p:blipFill>
            <p:spPr>
              <a:xfrm>
                <a:off x="7266240" y="2888952"/>
                <a:ext cx="360" cy="360"/>
              </a:xfrm>
              <a:prstGeom prst="rect"/>
            </p:spPr>
          </p:pic>
        </mc:Fallback>
      </mc:AlternateContent>
      <mc:AlternateContent xmlns:mc="http://schemas.openxmlformats.org/markup-compatibility/2006" xmlns:p14="http://schemas.microsoft.com/office/powerpoint/2010/main">
        <mc:Choice Requires="p14">
          <p:contentPart r:id="rId10" p14:bwMode="auto">
            <p14:nvContentPartPr>
              <p14:cNvPr id="17" name="Ink 16"/>
              <p14:cNvContentPartPr/>
              <p14:nvPr/>
            </p14:nvContentPartPr>
            <p14:xfrm>
              <a:off x="7266240" y="2888952"/>
              <a:ext cx="360" cy="360"/>
            </p14:xfrm>
          </p:contentPart>
        </mc:Choice>
        <mc:Fallback xmlns="">
          <p:pic>
            <p:nvPicPr>
              <p:cNvPr id="17" name="Ink 16"/>
            </p:nvPicPr>
            <p:blipFill>
              <a:blip r:embed="rId3"/>
            </p:blipFill>
            <p:spPr>
              <a:xfrm>
                <a:off x="7266240" y="2888952"/>
                <a:ext cx="360" cy="360"/>
              </a:xfrm>
              <a:prstGeom prst="rect"/>
            </p:spPr>
          </p:pic>
        </mc:Fallback>
      </mc:AlternateContent>
      <mc:AlternateContent xmlns:mc="http://schemas.openxmlformats.org/markup-compatibility/2006" xmlns:p14="http://schemas.microsoft.com/office/powerpoint/2010/main">
        <mc:Choice Requires="p14">
          <p:contentPart r:id="rId11" p14:bwMode="auto">
            <p14:nvContentPartPr>
              <p14:cNvPr id="18" name="Ink 17"/>
              <p14:cNvContentPartPr/>
              <p14:nvPr/>
            </p14:nvContentPartPr>
            <p14:xfrm>
              <a:off x="7266240" y="2888952"/>
              <a:ext cx="360" cy="360"/>
            </p14:xfrm>
          </p:contentPart>
        </mc:Choice>
        <mc:Fallback xmlns="">
          <p:pic>
            <p:nvPicPr>
              <p:cNvPr id="18" name="Ink 17"/>
            </p:nvPicPr>
            <p:blipFill>
              <a:blip r:embed="rId3"/>
            </p:blipFill>
            <p:spPr>
              <a:xfrm>
                <a:off x="7266240" y="2888952"/>
                <a:ext cx="360" cy="360"/>
              </a:xfrm>
              <a:prstGeom prst="rect"/>
            </p:spPr>
          </p:pic>
        </mc:Fallback>
      </mc:AlternateContent>
      <mc:AlternateContent xmlns:mc="http://schemas.openxmlformats.org/markup-compatibility/2006" xmlns:p14="http://schemas.microsoft.com/office/powerpoint/2010/main">
        <mc:Choice Requires="p14">
          <p:contentPart r:id="rId12" p14:bwMode="auto">
            <p14:nvContentPartPr>
              <p14:cNvPr id="19" name="Ink 18"/>
              <p14:cNvContentPartPr/>
              <p14:nvPr/>
            </p14:nvContentPartPr>
            <p14:xfrm>
              <a:off x="6680880" y="2877072"/>
              <a:ext cx="360" cy="360"/>
            </p14:xfrm>
          </p:contentPart>
        </mc:Choice>
        <mc:Fallback xmlns="">
          <p:pic>
            <p:nvPicPr>
              <p:cNvPr id="19" name="Ink 18"/>
            </p:nvPicPr>
            <p:blipFill>
              <a:blip r:embed="rId13"/>
            </p:blipFill>
            <p:spPr>
              <a:xfrm>
                <a:off x="6680880" y="2877072"/>
                <a:ext cx="360" cy="360"/>
              </a:xfrm>
              <a:prstGeom prst="rect"/>
            </p:spPr>
          </p:pic>
        </mc:Fallback>
      </mc:AlternateContent>
    </p:spTree>
    <p:custDataLst>
      <p:tags r:id="rId14"/>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33926" y="304965"/>
            <a:ext cx="8565109" cy="1325563"/>
          </a:xfrm>
        </p:spPr>
        <p:txBody>
          <a:bodyPr anchor="ctr">
            <a:normAutofit/>
          </a:bodyPr>
          <a:lstStyle/>
          <a:p>
            <a:r>
              <a:rPr lang="en-US" dirty="0"/>
              <a:t>EXECUTIVE SUMMARY</a:t>
            </a:r>
            <a:endParaRPr lang="en-US" dirty="0"/>
          </a:p>
        </p:txBody>
      </p:sp>
      <p:sp>
        <p:nvSpPr>
          <p:cNvPr id="3" name="Content Placeholder 2"/>
          <p:cNvSpPr txBox="1"/>
          <p:nvPr/>
        </p:nvSpPr>
        <p:spPr>
          <a:xfrm>
            <a:off x="4389349" y="1630528"/>
            <a:ext cx="7068725" cy="446544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a:buChar char="•"/>
              <a:defRPr sz="1800" kern="1200">
                <a:solidFill>
                  <a:srgbClr val="525252"/>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a:buChar char="•"/>
              <a:defRPr sz="1800" kern="1200">
                <a:solidFill>
                  <a:srgbClr val="525252"/>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9pPr>
          </a:lstStyle>
          <a:p>
            <a:pPr marL="0" indent="0">
              <a:lnSpc>
                <a:spcPct val="80000"/>
              </a:lnSpc>
              <a:buNone/>
            </a:pPr>
            <a:r>
              <a:rPr lang="en-US" altLang="en-US" sz="2200" b="1" dirty="0"/>
              <a:t>End-to-end Data Analytics project using real-world datasets.</a:t>
            </a:r>
            <a:endParaRPr lang="en-US" altLang="en-US" sz="2200" b="1" dirty="0"/>
          </a:p>
          <a:p>
            <a:pPr marL="0" indent="0">
              <a:lnSpc>
                <a:spcPct val="80000"/>
              </a:lnSpc>
              <a:buNone/>
            </a:pPr>
            <a:endParaRPr lang="en-US" altLang="en-US" sz="2200" b="1" dirty="0"/>
          </a:p>
          <a:p>
            <a:pPr marL="0" indent="0">
              <a:lnSpc>
                <a:spcPct val="80000"/>
              </a:lnSpc>
              <a:buNone/>
            </a:pPr>
            <a:r>
              <a:rPr lang="en-US" altLang="en-US" sz="2200" b="1" dirty="0"/>
              <a:t>Focus areas: data collection, preparation, analysis, and dashboard development.</a:t>
            </a:r>
            <a:endParaRPr lang="en-US" altLang="en-US" sz="2200" b="1" dirty="0"/>
          </a:p>
          <a:p>
            <a:pPr marL="0" indent="0">
              <a:lnSpc>
                <a:spcPct val="80000"/>
              </a:lnSpc>
              <a:buNone/>
            </a:pPr>
            <a:endParaRPr lang="en-US" altLang="en-US" sz="2200" b="1" dirty="0"/>
          </a:p>
          <a:p>
            <a:pPr marL="0" indent="0">
              <a:lnSpc>
                <a:spcPct val="80000"/>
              </a:lnSpc>
              <a:buNone/>
            </a:pPr>
            <a:r>
              <a:rPr lang="en-US" altLang="en-US" sz="2200" b="1" dirty="0"/>
              <a:t>Tools used: Python, SQL, Excel, Plotly, Dash.</a:t>
            </a:r>
            <a:endParaRPr lang="en-US" altLang="en-US" sz="2200" b="1" dirty="0"/>
          </a:p>
          <a:p>
            <a:pPr marL="0" indent="0">
              <a:buNone/>
            </a:pPr>
            <a:endParaRPr lang="en-US" sz="2200" dirty="0"/>
          </a:p>
        </p:txBody>
      </p:sp>
      <p:pic>
        <p:nvPicPr>
          <p:cNvPr id="7" name="Picture 6"/>
          <p:cNvPicPr>
            <a:picLocks noChangeAspect="1"/>
          </p:cNvPicPr>
          <p:nvPr/>
        </p:nvPicPr>
        <p:blipFill>
          <a:blip r:embed="rId1"/>
          <a:stretch>
            <a:fillRect/>
          </a:stretch>
        </p:blipFill>
        <p:spPr>
          <a:xfrm>
            <a:off x="733926" y="2136507"/>
            <a:ext cx="3194581" cy="3194581"/>
          </a:xfrm>
          <a:prstGeom prst="rect">
            <a:avLst/>
          </a:prstGeom>
        </p:spPr>
      </p:pic>
    </p:spTree>
    <p:custDataLst>
      <p:tags r:id="rId2"/>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33926" y="304965"/>
            <a:ext cx="8565109" cy="1325563"/>
          </a:xfrm>
        </p:spPr>
        <p:txBody>
          <a:bodyPr anchor="ctr">
            <a:normAutofit/>
          </a:bodyPr>
          <a:lstStyle/>
          <a:p>
            <a:r>
              <a:rPr lang="en-US" dirty="0"/>
              <a:t>EXECUTIVE SUMMARY</a:t>
            </a:r>
            <a:endParaRPr lang="en-US" dirty="0"/>
          </a:p>
        </p:txBody>
      </p:sp>
      <p:sp>
        <p:nvSpPr>
          <p:cNvPr id="3" name="Content Placeholder 2"/>
          <p:cNvSpPr txBox="1"/>
          <p:nvPr/>
        </p:nvSpPr>
        <p:spPr>
          <a:xfrm>
            <a:off x="4389120" y="1630680"/>
            <a:ext cx="7068820" cy="5011420"/>
          </a:xfrm>
          <a:prstGeom prst="rect">
            <a:avLst/>
          </a:prstGeom>
        </p:spPr>
        <p:txBody>
          <a:bodyPr vert="horz" lIns="91440" tIns="45720" rIns="91440" bIns="45720" rtlCol="0">
            <a:normAutofit fontScale="25000"/>
          </a:bodyPr>
          <a:lstStyle>
            <a:lvl1pPr marL="228600" indent="-228600" algn="l" defTabSz="914400" rtl="0" eaLnBrk="1" latinLnBrk="0" hangingPunct="1">
              <a:lnSpc>
                <a:spcPct val="90000"/>
              </a:lnSpc>
              <a:spcBef>
                <a:spcPts val="1000"/>
              </a:spcBef>
              <a:buFont typeface="Arial" panose="020B0604020202020204"/>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a:buChar char="•"/>
              <a:defRPr sz="1800" kern="1200">
                <a:solidFill>
                  <a:srgbClr val="525252"/>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a:buChar char="•"/>
              <a:defRPr sz="1800" kern="1200">
                <a:solidFill>
                  <a:srgbClr val="525252"/>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9pPr>
          </a:lstStyle>
          <a:p>
            <a:pPr marL="0" indent="0" algn="ctr">
              <a:lnSpc>
                <a:spcPct val="80000"/>
              </a:lnSpc>
              <a:buNone/>
            </a:pPr>
            <a:r>
              <a:rPr lang="en-US" altLang="en-US" sz="9600" b="1" dirty="0"/>
              <a:t>Data Collection</a:t>
            </a:r>
            <a:endParaRPr lang="en-US" altLang="en-US" sz="9600" b="1" dirty="0"/>
          </a:p>
          <a:p>
            <a:pPr marL="0" indent="0">
              <a:lnSpc>
                <a:spcPct val="80000"/>
              </a:lnSpc>
              <a:buNone/>
            </a:pPr>
            <a:endParaRPr lang="en-US" altLang="en-US" sz="9600" dirty="0"/>
          </a:p>
          <a:p>
            <a:pPr marL="0" indent="0">
              <a:lnSpc>
                <a:spcPct val="80000"/>
              </a:lnSpc>
              <a:buNone/>
            </a:pPr>
            <a:r>
              <a:rPr lang="en-US" altLang="en-US" sz="6665" b="1" dirty="0"/>
              <a:t>Retrieved job market data using APIs and HTTP requests.</a:t>
            </a:r>
            <a:endParaRPr lang="en-US" altLang="en-US" sz="6665" b="1" dirty="0"/>
          </a:p>
          <a:p>
            <a:pPr marL="0" indent="0">
              <a:lnSpc>
                <a:spcPct val="80000"/>
              </a:lnSpc>
              <a:buNone/>
            </a:pPr>
            <a:endParaRPr lang="en-US" altLang="en-US" sz="6665" b="1" dirty="0"/>
          </a:p>
          <a:p>
            <a:pPr marL="0" indent="0">
              <a:lnSpc>
                <a:spcPct val="80000"/>
              </a:lnSpc>
              <a:buNone/>
            </a:pPr>
            <a:r>
              <a:rPr lang="en-US" altLang="en-US" sz="6665" b="1" dirty="0"/>
              <a:t>Automated job count extraction by location and technology.</a:t>
            </a:r>
            <a:endParaRPr lang="en-US" altLang="en-US" sz="6665" b="1" dirty="0"/>
          </a:p>
          <a:p>
            <a:pPr marL="0" indent="0">
              <a:lnSpc>
                <a:spcPct val="80000"/>
              </a:lnSpc>
              <a:buNone/>
            </a:pPr>
            <a:endParaRPr lang="en-US" altLang="en-US" sz="6665" b="1" dirty="0"/>
          </a:p>
          <a:p>
            <a:pPr marL="0" indent="0">
              <a:lnSpc>
                <a:spcPct val="80000"/>
              </a:lnSpc>
              <a:buNone/>
            </a:pPr>
            <a:r>
              <a:rPr lang="en-US" altLang="en-US" sz="6665" b="1" dirty="0"/>
              <a:t>Stored structured datasets for analysis.</a:t>
            </a:r>
            <a:endParaRPr lang="en-US" altLang="en-US" sz="6665" b="1" dirty="0"/>
          </a:p>
          <a:p>
            <a:pPr marL="0" indent="0">
              <a:lnSpc>
                <a:spcPct val="80000"/>
              </a:lnSpc>
              <a:buNone/>
            </a:pPr>
            <a:endParaRPr lang="en-US" altLang="en-US" sz="2200" dirty="0"/>
          </a:p>
          <a:p>
            <a:pPr marL="0" indent="0">
              <a:lnSpc>
                <a:spcPct val="80000"/>
              </a:lnSpc>
              <a:buNone/>
            </a:pPr>
            <a:r>
              <a:rPr lang="en-US" altLang="en-US" sz="6000" b="1" u="sng" dirty="0"/>
              <a:t>Sub Points</a:t>
            </a:r>
            <a:endParaRPr lang="en-US" altLang="en-US" sz="6000" b="1" u="sng" dirty="0"/>
          </a:p>
          <a:p>
            <a:pPr marL="0" indent="0">
              <a:lnSpc>
                <a:spcPct val="80000"/>
              </a:lnSpc>
              <a:buNone/>
            </a:pPr>
            <a:endParaRPr lang="en-US" altLang="en-US" sz="2200" dirty="0"/>
          </a:p>
          <a:p>
            <a:pPr>
              <a:lnSpc>
                <a:spcPct val="80000"/>
              </a:lnSpc>
              <a:buFont typeface="Arial" panose="020B0604020202020204" pitchFamily="34" charset="0"/>
              <a:buChar char="•"/>
            </a:pPr>
            <a:r>
              <a:rPr lang="en-US" altLang="en-US" sz="5335" b="1" dirty="0"/>
              <a:t>JSON parsing using Python</a:t>
            </a:r>
            <a:endParaRPr lang="en-US" altLang="en-US" sz="5335" b="1" dirty="0"/>
          </a:p>
          <a:p>
            <a:pPr>
              <a:lnSpc>
                <a:spcPct val="80000"/>
              </a:lnSpc>
              <a:buFont typeface="Arial" panose="020B0604020202020204" pitchFamily="34" charset="0"/>
              <a:buChar char="•"/>
            </a:pPr>
            <a:endParaRPr lang="en-US" altLang="en-US" sz="5335" b="1" dirty="0"/>
          </a:p>
          <a:p>
            <a:pPr>
              <a:lnSpc>
                <a:spcPct val="80000"/>
              </a:lnSpc>
              <a:buFont typeface="Arial" panose="020B0604020202020204" pitchFamily="34" charset="0"/>
              <a:buChar char="•"/>
            </a:pPr>
            <a:r>
              <a:rPr lang="en-US" altLang="en-US" sz="5335" b="1" dirty="0"/>
              <a:t>Reusable data collection functions</a:t>
            </a:r>
            <a:endParaRPr lang="en-US" altLang="en-US" sz="5335" b="1" dirty="0"/>
          </a:p>
          <a:p>
            <a:pPr>
              <a:lnSpc>
                <a:spcPct val="80000"/>
              </a:lnSpc>
              <a:buFont typeface="Arial" panose="020B0604020202020204" pitchFamily="34" charset="0"/>
              <a:buChar char="•"/>
            </a:pPr>
            <a:endParaRPr lang="en-US" altLang="en-US" sz="5335" b="1" dirty="0"/>
          </a:p>
          <a:p>
            <a:pPr>
              <a:lnSpc>
                <a:spcPct val="80000"/>
              </a:lnSpc>
              <a:buFont typeface="Arial" panose="020B0604020202020204" pitchFamily="34" charset="0"/>
              <a:buChar char="•"/>
            </a:pPr>
            <a:r>
              <a:rPr lang="en-US" altLang="en-US" sz="5335" b="1" dirty="0"/>
              <a:t>Export to Excel for reporting</a:t>
            </a:r>
            <a:endParaRPr lang="en-US" altLang="en-US" sz="5335" b="1" dirty="0"/>
          </a:p>
        </p:txBody>
      </p:sp>
      <p:pic>
        <p:nvPicPr>
          <p:cNvPr id="7" name="Picture 6"/>
          <p:cNvPicPr>
            <a:picLocks noChangeAspect="1"/>
          </p:cNvPicPr>
          <p:nvPr/>
        </p:nvPicPr>
        <p:blipFill>
          <a:blip r:embed="rId1"/>
          <a:stretch>
            <a:fillRect/>
          </a:stretch>
        </p:blipFill>
        <p:spPr>
          <a:xfrm>
            <a:off x="733926" y="2136507"/>
            <a:ext cx="3194581" cy="3194581"/>
          </a:xfrm>
          <a:prstGeom prst="rect">
            <a:avLst/>
          </a:prstGeom>
        </p:spPr>
      </p:pic>
    </p:spTree>
    <p:custDataLst>
      <p:tags r:id="rId2"/>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33926" y="304965"/>
            <a:ext cx="8565109" cy="1325563"/>
          </a:xfrm>
        </p:spPr>
        <p:txBody>
          <a:bodyPr anchor="ctr">
            <a:normAutofit/>
          </a:bodyPr>
          <a:lstStyle/>
          <a:p>
            <a:r>
              <a:rPr lang="en-US" dirty="0"/>
              <a:t>EXECUTIVE SUMMARY</a:t>
            </a:r>
            <a:endParaRPr lang="en-US" dirty="0"/>
          </a:p>
        </p:txBody>
      </p:sp>
      <p:sp>
        <p:nvSpPr>
          <p:cNvPr id="3" name="Content Placeholder 2"/>
          <p:cNvSpPr txBox="1"/>
          <p:nvPr/>
        </p:nvSpPr>
        <p:spPr>
          <a:xfrm>
            <a:off x="4389120" y="1630680"/>
            <a:ext cx="7068820" cy="5011420"/>
          </a:xfrm>
          <a:prstGeom prst="rect">
            <a:avLst/>
          </a:prstGeom>
        </p:spPr>
        <p:txBody>
          <a:bodyPr vert="horz" lIns="91440" tIns="45720" rIns="91440" bIns="45720" rtlCol="0">
            <a:normAutofit fontScale="30000"/>
          </a:bodyPr>
          <a:lstStyle>
            <a:lvl1pPr marL="228600" indent="-228600" algn="l" defTabSz="914400" rtl="0" eaLnBrk="1" latinLnBrk="0" hangingPunct="1">
              <a:lnSpc>
                <a:spcPct val="90000"/>
              </a:lnSpc>
              <a:spcBef>
                <a:spcPts val="1000"/>
              </a:spcBef>
              <a:buFont typeface="Arial" panose="020B0604020202020204"/>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a:buChar char="•"/>
              <a:defRPr sz="1800" kern="1200">
                <a:solidFill>
                  <a:srgbClr val="525252"/>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a:buChar char="•"/>
              <a:defRPr sz="1800" kern="1200">
                <a:solidFill>
                  <a:srgbClr val="525252"/>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9pPr>
          </a:lstStyle>
          <a:p>
            <a:pPr marL="0" indent="0" algn="ctr">
              <a:lnSpc>
                <a:spcPct val="80000"/>
              </a:lnSpc>
              <a:buNone/>
            </a:pPr>
            <a:r>
              <a:rPr lang="en-IN" altLang="en-US" sz="5335" b="1" dirty="0"/>
              <a:t>D</a:t>
            </a:r>
            <a:r>
              <a:rPr lang="en-US" altLang="en-US" sz="5335" b="1" dirty="0"/>
              <a:t>ata Understanding &amp; Preparation</a:t>
            </a:r>
            <a:endParaRPr lang="en-US" altLang="en-US" sz="5335" b="1" dirty="0"/>
          </a:p>
          <a:p>
            <a:pPr marL="0" indent="0" algn="ctr">
              <a:lnSpc>
                <a:spcPct val="80000"/>
              </a:lnSpc>
              <a:buNone/>
            </a:pPr>
            <a:endParaRPr lang="en-US" altLang="en-US" sz="5335" b="1" dirty="0"/>
          </a:p>
          <a:p>
            <a:pPr marL="0" indent="0" algn="l">
              <a:lnSpc>
                <a:spcPct val="80000"/>
              </a:lnSpc>
              <a:buNone/>
            </a:pPr>
            <a:r>
              <a:rPr lang="en-US" altLang="en-US" sz="5335" b="1" dirty="0"/>
              <a:t>Explored large survey dataset (65k+ records, 100+ features).</a:t>
            </a:r>
            <a:endParaRPr lang="en-US" altLang="en-US" sz="5335" b="1" dirty="0"/>
          </a:p>
          <a:p>
            <a:pPr marL="0" indent="0" algn="l">
              <a:lnSpc>
                <a:spcPct val="80000"/>
              </a:lnSpc>
              <a:buNone/>
            </a:pPr>
            <a:endParaRPr lang="en-US" altLang="en-US" sz="5335" b="1" dirty="0"/>
          </a:p>
          <a:p>
            <a:pPr marL="0" indent="0" algn="l">
              <a:lnSpc>
                <a:spcPct val="80000"/>
              </a:lnSpc>
              <a:buNone/>
            </a:pPr>
            <a:r>
              <a:rPr lang="en-US" altLang="en-US" sz="5335" b="1" dirty="0"/>
              <a:t>Identified data types and handled missing values.</a:t>
            </a:r>
            <a:endParaRPr lang="en-US" altLang="en-US" sz="5335" b="1" dirty="0"/>
          </a:p>
          <a:p>
            <a:pPr marL="0" indent="0" algn="l">
              <a:lnSpc>
                <a:spcPct val="80000"/>
              </a:lnSpc>
              <a:buNone/>
            </a:pPr>
            <a:endParaRPr lang="en-US" altLang="en-US" sz="5335" b="1" dirty="0"/>
          </a:p>
          <a:p>
            <a:pPr marL="0" indent="0" algn="l">
              <a:lnSpc>
                <a:spcPct val="80000"/>
              </a:lnSpc>
              <a:buNone/>
            </a:pPr>
            <a:r>
              <a:rPr lang="en-US" altLang="en-US" sz="5335" b="1" dirty="0"/>
              <a:t>Prepared categorical variables for analysis.</a:t>
            </a:r>
            <a:endParaRPr lang="en-US" altLang="en-US" sz="5335" b="1" dirty="0"/>
          </a:p>
          <a:p>
            <a:pPr marL="0" indent="0" algn="l">
              <a:lnSpc>
                <a:spcPct val="80000"/>
              </a:lnSpc>
              <a:buNone/>
            </a:pPr>
            <a:endParaRPr lang="en-US" altLang="en-US" sz="5335" b="1" dirty="0"/>
          </a:p>
          <a:p>
            <a:pPr marL="0" indent="0" algn="l">
              <a:lnSpc>
                <a:spcPct val="80000"/>
              </a:lnSpc>
              <a:buNone/>
            </a:pPr>
            <a:r>
              <a:rPr lang="en-US" altLang="en-US" sz="5335" b="1" u="sng" dirty="0"/>
              <a:t>Sub Points</a:t>
            </a:r>
            <a:endParaRPr lang="en-US" altLang="en-US" sz="5335" b="1" u="sng" dirty="0"/>
          </a:p>
          <a:p>
            <a:pPr marL="0" indent="0" algn="l">
              <a:lnSpc>
                <a:spcPct val="80000"/>
              </a:lnSpc>
              <a:buNone/>
            </a:pPr>
            <a:endParaRPr lang="en-US" altLang="en-US" sz="5335" b="1" dirty="0"/>
          </a:p>
          <a:p>
            <a:pPr marL="0" indent="0" algn="l">
              <a:lnSpc>
                <a:spcPct val="80000"/>
              </a:lnSpc>
              <a:buNone/>
            </a:pPr>
            <a:r>
              <a:rPr lang="en-US" altLang="en-US" sz="5335" b="1" dirty="0"/>
              <a:t>Dataset structure validation</a:t>
            </a:r>
            <a:endParaRPr lang="en-US" altLang="en-US" sz="5335" b="1" dirty="0"/>
          </a:p>
          <a:p>
            <a:pPr marL="0" indent="0" algn="l">
              <a:lnSpc>
                <a:spcPct val="80000"/>
              </a:lnSpc>
              <a:buNone/>
            </a:pPr>
            <a:endParaRPr lang="en-US" altLang="en-US" sz="5335" b="1" dirty="0"/>
          </a:p>
          <a:p>
            <a:pPr marL="0" indent="0" algn="l">
              <a:lnSpc>
                <a:spcPct val="80000"/>
              </a:lnSpc>
              <a:buNone/>
            </a:pPr>
            <a:r>
              <a:rPr lang="en-US" altLang="en-US" sz="5335" b="1" dirty="0"/>
              <a:t>Data cleaning and preprocessing</a:t>
            </a:r>
            <a:endParaRPr lang="en-US" altLang="en-US" sz="5335" b="1" dirty="0"/>
          </a:p>
          <a:p>
            <a:pPr marL="0" indent="0" algn="l">
              <a:lnSpc>
                <a:spcPct val="80000"/>
              </a:lnSpc>
              <a:buNone/>
            </a:pPr>
            <a:endParaRPr lang="en-US" altLang="en-US" sz="5335" b="1" dirty="0"/>
          </a:p>
          <a:p>
            <a:pPr marL="0" indent="0" algn="l">
              <a:lnSpc>
                <a:spcPct val="80000"/>
              </a:lnSpc>
              <a:buNone/>
            </a:pPr>
            <a:r>
              <a:rPr lang="en-US" altLang="en-US" sz="5335" b="1" dirty="0"/>
              <a:t>Encoding categorical features</a:t>
            </a:r>
            <a:endParaRPr lang="en-US" altLang="en-US" sz="5335" b="1" dirty="0"/>
          </a:p>
        </p:txBody>
      </p:sp>
      <p:pic>
        <p:nvPicPr>
          <p:cNvPr id="7" name="Picture 6"/>
          <p:cNvPicPr>
            <a:picLocks noChangeAspect="1"/>
          </p:cNvPicPr>
          <p:nvPr/>
        </p:nvPicPr>
        <p:blipFill>
          <a:blip r:embed="rId1"/>
          <a:stretch>
            <a:fillRect/>
          </a:stretch>
        </p:blipFill>
        <p:spPr>
          <a:xfrm>
            <a:off x="733926" y="2136507"/>
            <a:ext cx="3194581" cy="3194581"/>
          </a:xfrm>
          <a:prstGeom prst="rect">
            <a:avLst/>
          </a:prstGeom>
        </p:spPr>
      </p:pic>
    </p:spTree>
    <p:custDataLst>
      <p:tags r:id="rId2"/>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33926" y="304965"/>
            <a:ext cx="8565109" cy="1325563"/>
          </a:xfrm>
        </p:spPr>
        <p:txBody>
          <a:bodyPr anchor="ctr">
            <a:normAutofit/>
          </a:bodyPr>
          <a:lstStyle/>
          <a:p>
            <a:r>
              <a:rPr lang="en-US" dirty="0"/>
              <a:t>EXECUTIVE SUMMARY</a:t>
            </a:r>
            <a:endParaRPr lang="en-US" dirty="0"/>
          </a:p>
        </p:txBody>
      </p:sp>
      <p:sp>
        <p:nvSpPr>
          <p:cNvPr id="3" name="Content Placeholder 2"/>
          <p:cNvSpPr txBox="1"/>
          <p:nvPr/>
        </p:nvSpPr>
        <p:spPr>
          <a:xfrm>
            <a:off x="4389120" y="1630680"/>
            <a:ext cx="7068820" cy="501142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a:buChar char="•"/>
              <a:defRPr sz="1800" kern="1200">
                <a:solidFill>
                  <a:srgbClr val="525252"/>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a:buChar char="•"/>
              <a:defRPr sz="1800" kern="1200">
                <a:solidFill>
                  <a:srgbClr val="525252"/>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9pPr>
          </a:lstStyle>
          <a:p>
            <a:pPr marL="0" indent="0" algn="ctr">
              <a:lnSpc>
                <a:spcPct val="80000"/>
              </a:lnSpc>
              <a:buNone/>
            </a:pPr>
            <a:r>
              <a:rPr lang="en-US" altLang="en-US" sz="2665" b="1" dirty="0"/>
              <a:t>Feature Engineering</a:t>
            </a:r>
            <a:endParaRPr lang="en-US" altLang="en-US" sz="2665" b="1" dirty="0"/>
          </a:p>
          <a:p>
            <a:pPr marL="0" indent="0" algn="ctr">
              <a:lnSpc>
                <a:spcPct val="80000"/>
              </a:lnSpc>
              <a:buNone/>
            </a:pPr>
            <a:endParaRPr lang="en-US" altLang="en-US" sz="2665" b="1" dirty="0"/>
          </a:p>
          <a:p>
            <a:pPr marL="0" indent="0" algn="l">
              <a:lnSpc>
                <a:spcPct val="80000"/>
              </a:lnSpc>
              <a:buNone/>
            </a:pPr>
            <a:r>
              <a:rPr lang="en-US" altLang="en-US" sz="2665" b="1" dirty="0"/>
              <a:t>Created derived metrics (normalized compensation, grouped categories).</a:t>
            </a:r>
            <a:endParaRPr lang="en-US" altLang="en-US" sz="2665" b="1" dirty="0"/>
          </a:p>
          <a:p>
            <a:pPr marL="0" indent="0" algn="l">
              <a:lnSpc>
                <a:spcPct val="80000"/>
              </a:lnSpc>
              <a:buNone/>
            </a:pPr>
            <a:endParaRPr lang="en-US" altLang="en-US" sz="2665" b="1" dirty="0"/>
          </a:p>
          <a:p>
            <a:pPr marL="0" indent="0" algn="l">
              <a:lnSpc>
                <a:spcPct val="80000"/>
              </a:lnSpc>
              <a:buNone/>
            </a:pPr>
            <a:r>
              <a:rPr lang="en-US" altLang="en-US" sz="2665" b="1" dirty="0"/>
              <a:t>Transformed variables for better analysis.</a:t>
            </a:r>
            <a:endParaRPr lang="en-US" altLang="en-US" sz="2665" b="1" dirty="0"/>
          </a:p>
          <a:p>
            <a:pPr marL="0" indent="0" algn="l">
              <a:lnSpc>
                <a:spcPct val="80000"/>
              </a:lnSpc>
              <a:buNone/>
            </a:pPr>
            <a:endParaRPr lang="en-US" altLang="en-US" sz="2665" b="1" dirty="0"/>
          </a:p>
          <a:p>
            <a:pPr marL="0" indent="0" algn="l">
              <a:lnSpc>
                <a:spcPct val="80000"/>
              </a:lnSpc>
              <a:buNone/>
            </a:pPr>
            <a:r>
              <a:rPr lang="en-US" altLang="en-US" sz="2665" b="1" dirty="0"/>
              <a:t>Prepared datasets for visualization and insights.</a:t>
            </a:r>
            <a:endParaRPr lang="en-US" altLang="en-US" sz="2665" b="1" dirty="0"/>
          </a:p>
        </p:txBody>
      </p:sp>
      <p:pic>
        <p:nvPicPr>
          <p:cNvPr id="7" name="Picture 6"/>
          <p:cNvPicPr>
            <a:picLocks noChangeAspect="1"/>
          </p:cNvPicPr>
          <p:nvPr/>
        </p:nvPicPr>
        <p:blipFill>
          <a:blip r:embed="rId1"/>
          <a:stretch>
            <a:fillRect/>
          </a:stretch>
        </p:blipFill>
        <p:spPr>
          <a:xfrm>
            <a:off x="733926" y="2136507"/>
            <a:ext cx="3194581" cy="3194581"/>
          </a:xfrm>
          <a:prstGeom prst="rect">
            <a:avLst/>
          </a:prstGeom>
        </p:spPr>
      </p:pic>
    </p:spTree>
    <p:custDataLst>
      <p:tags r:id="rId2"/>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33926" y="304965"/>
            <a:ext cx="8565109" cy="1325563"/>
          </a:xfrm>
        </p:spPr>
        <p:txBody>
          <a:bodyPr anchor="ctr">
            <a:normAutofit/>
          </a:bodyPr>
          <a:lstStyle/>
          <a:p>
            <a:r>
              <a:rPr lang="en-US" dirty="0"/>
              <a:t>EXECUTIVE SUMMARY</a:t>
            </a:r>
            <a:endParaRPr lang="en-US" dirty="0"/>
          </a:p>
        </p:txBody>
      </p:sp>
      <p:sp>
        <p:nvSpPr>
          <p:cNvPr id="3" name="Content Placeholder 2"/>
          <p:cNvSpPr txBox="1"/>
          <p:nvPr/>
        </p:nvSpPr>
        <p:spPr>
          <a:xfrm>
            <a:off x="4389120" y="1630680"/>
            <a:ext cx="7068820" cy="5011420"/>
          </a:xfrm>
          <a:prstGeom prst="rect">
            <a:avLst/>
          </a:prstGeom>
        </p:spPr>
        <p:txBody>
          <a:bodyPr vert="horz" lIns="91440" tIns="45720" rIns="91440" bIns="45720" rtlCol="0">
            <a:normAutofit fontScale="60000"/>
          </a:bodyPr>
          <a:lstStyle>
            <a:lvl1pPr marL="228600" indent="-228600" algn="l" defTabSz="914400" rtl="0" eaLnBrk="1" latinLnBrk="0" hangingPunct="1">
              <a:lnSpc>
                <a:spcPct val="90000"/>
              </a:lnSpc>
              <a:spcBef>
                <a:spcPts val="1000"/>
              </a:spcBef>
              <a:buFont typeface="Arial" panose="020B0604020202020204"/>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a:buChar char="•"/>
              <a:defRPr sz="1800" kern="1200">
                <a:solidFill>
                  <a:srgbClr val="525252"/>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a:buChar char="•"/>
              <a:defRPr sz="1800" kern="1200">
                <a:solidFill>
                  <a:srgbClr val="525252"/>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9pPr>
          </a:lstStyle>
          <a:p>
            <a:pPr marL="0" indent="0" algn="ctr">
              <a:lnSpc>
                <a:spcPct val="80000"/>
              </a:lnSpc>
              <a:buNone/>
            </a:pPr>
            <a:r>
              <a:rPr lang="en-US" altLang="en-US" sz="3000" b="1" dirty="0"/>
              <a:t>Exploratory Data Analysis (Key Insights)</a:t>
            </a:r>
            <a:endParaRPr lang="en-US" altLang="en-US" sz="3000" b="1" dirty="0"/>
          </a:p>
          <a:p>
            <a:pPr marL="0" indent="0" algn="ctr">
              <a:lnSpc>
                <a:spcPct val="80000"/>
              </a:lnSpc>
              <a:buNone/>
            </a:pPr>
            <a:endParaRPr lang="en-US" altLang="en-US" sz="2665" b="1" dirty="0"/>
          </a:p>
          <a:p>
            <a:pPr marL="0" indent="0" algn="l">
              <a:lnSpc>
                <a:spcPct val="80000"/>
              </a:lnSpc>
              <a:buNone/>
            </a:pPr>
            <a:r>
              <a:rPr lang="en-US" altLang="en-US" sz="2665" b="1" dirty="0"/>
              <a:t>Salary varies significantly by developer role.</a:t>
            </a:r>
            <a:endParaRPr lang="en-US" altLang="en-US" sz="2665" b="1" dirty="0"/>
          </a:p>
          <a:p>
            <a:pPr marL="0" indent="0" algn="l">
              <a:lnSpc>
                <a:spcPct val="80000"/>
              </a:lnSpc>
              <a:buNone/>
            </a:pPr>
            <a:endParaRPr lang="en-US" altLang="en-US" sz="2665" b="1" dirty="0"/>
          </a:p>
          <a:p>
            <a:pPr marL="0" indent="0" algn="l">
              <a:lnSpc>
                <a:spcPct val="80000"/>
              </a:lnSpc>
              <a:buNone/>
            </a:pPr>
            <a:r>
              <a:rPr lang="en-US" altLang="en-US" sz="2665" b="1" dirty="0"/>
              <a:t>Geographic differences strongly impact compensation.</a:t>
            </a:r>
            <a:endParaRPr lang="en-US" altLang="en-US" sz="2665" b="1" dirty="0"/>
          </a:p>
          <a:p>
            <a:pPr marL="0" indent="0" algn="l">
              <a:lnSpc>
                <a:spcPct val="80000"/>
              </a:lnSpc>
              <a:buNone/>
            </a:pPr>
            <a:endParaRPr lang="en-US" altLang="en-US" sz="2665" b="1" dirty="0"/>
          </a:p>
          <a:p>
            <a:pPr marL="0" indent="0" algn="l">
              <a:lnSpc>
                <a:spcPct val="80000"/>
              </a:lnSpc>
              <a:buNone/>
            </a:pPr>
            <a:r>
              <a:rPr lang="en-US" altLang="en-US" sz="2665" b="1" dirty="0"/>
              <a:t>Experience and job satisfaction influence salary levels.</a:t>
            </a:r>
            <a:endParaRPr lang="en-US" altLang="en-US" sz="2665" b="1" dirty="0"/>
          </a:p>
          <a:p>
            <a:pPr marL="0" indent="0" algn="l">
              <a:lnSpc>
                <a:spcPct val="80000"/>
              </a:lnSpc>
              <a:buNone/>
            </a:pPr>
            <a:endParaRPr lang="en-US" altLang="en-US" sz="2665" b="1" dirty="0"/>
          </a:p>
          <a:p>
            <a:pPr marL="0" indent="0" algn="l">
              <a:lnSpc>
                <a:spcPct val="80000"/>
              </a:lnSpc>
              <a:buNone/>
            </a:pPr>
            <a:r>
              <a:rPr lang="en-US" altLang="en-US" sz="2665" b="1" u="sng" dirty="0"/>
              <a:t>Sub Points</a:t>
            </a:r>
            <a:endParaRPr lang="en-US" altLang="en-US" sz="2665" b="1" dirty="0"/>
          </a:p>
          <a:p>
            <a:pPr marL="0" indent="0" algn="l">
              <a:lnSpc>
                <a:spcPct val="80000"/>
              </a:lnSpc>
              <a:buNone/>
            </a:pPr>
            <a:endParaRPr lang="en-US" altLang="en-US" sz="2665" b="1" dirty="0"/>
          </a:p>
          <a:p>
            <a:pPr marL="0" indent="0" algn="l">
              <a:lnSpc>
                <a:spcPct val="80000"/>
              </a:lnSpc>
              <a:buNone/>
            </a:pPr>
            <a:r>
              <a:rPr lang="en-US" altLang="en-US" sz="2665" b="1" dirty="0"/>
              <a:t>Outliers detected in salary distribution</a:t>
            </a:r>
            <a:endParaRPr lang="en-US" altLang="en-US" sz="2665" b="1" dirty="0"/>
          </a:p>
          <a:p>
            <a:pPr marL="0" indent="0" algn="l">
              <a:lnSpc>
                <a:spcPct val="80000"/>
              </a:lnSpc>
              <a:buNone/>
            </a:pPr>
            <a:endParaRPr lang="en-US" altLang="en-US" sz="2665" b="1" dirty="0"/>
          </a:p>
          <a:p>
            <a:pPr marL="0" indent="0" algn="l">
              <a:lnSpc>
                <a:spcPct val="80000"/>
              </a:lnSpc>
              <a:buNone/>
            </a:pPr>
            <a:r>
              <a:rPr lang="en-US" altLang="en-US" sz="2665" b="1" dirty="0"/>
              <a:t>Experience vs satisfaction relationship</a:t>
            </a:r>
            <a:endParaRPr lang="en-US" altLang="en-US" sz="2665" b="1" dirty="0"/>
          </a:p>
          <a:p>
            <a:pPr marL="0" indent="0" algn="l">
              <a:lnSpc>
                <a:spcPct val="80000"/>
              </a:lnSpc>
              <a:buNone/>
            </a:pPr>
            <a:endParaRPr lang="en-US" altLang="en-US" sz="2665" b="1" dirty="0"/>
          </a:p>
          <a:p>
            <a:pPr marL="0" indent="0" algn="l">
              <a:lnSpc>
                <a:spcPct val="80000"/>
              </a:lnSpc>
              <a:buNone/>
            </a:pPr>
            <a:r>
              <a:rPr lang="en-US" altLang="en-US" sz="2665" b="1" dirty="0"/>
              <a:t>Employment type salary differences</a:t>
            </a:r>
            <a:endParaRPr lang="en-US" altLang="en-US" sz="2665" b="1" dirty="0"/>
          </a:p>
        </p:txBody>
      </p:sp>
      <p:pic>
        <p:nvPicPr>
          <p:cNvPr id="7" name="Picture 6"/>
          <p:cNvPicPr>
            <a:picLocks noChangeAspect="1"/>
          </p:cNvPicPr>
          <p:nvPr/>
        </p:nvPicPr>
        <p:blipFill>
          <a:blip r:embed="rId1"/>
          <a:stretch>
            <a:fillRect/>
          </a:stretch>
        </p:blipFill>
        <p:spPr>
          <a:xfrm>
            <a:off x="733926" y="2136507"/>
            <a:ext cx="3194581" cy="3194581"/>
          </a:xfrm>
          <a:prstGeom prst="rect">
            <a:avLst/>
          </a:prstGeom>
        </p:spPr>
      </p:pic>
    </p:spTree>
    <p:custDataLst>
      <p:tags r:id="rId2"/>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33926" y="304965"/>
            <a:ext cx="8565109" cy="1325563"/>
          </a:xfrm>
        </p:spPr>
        <p:txBody>
          <a:bodyPr anchor="ctr">
            <a:normAutofit/>
          </a:bodyPr>
          <a:lstStyle/>
          <a:p>
            <a:r>
              <a:rPr lang="en-US" dirty="0"/>
              <a:t>EXECUTIVE SUMMARY</a:t>
            </a:r>
            <a:endParaRPr lang="en-US" dirty="0"/>
          </a:p>
        </p:txBody>
      </p:sp>
      <p:sp>
        <p:nvSpPr>
          <p:cNvPr id="3" name="Content Placeholder 2"/>
          <p:cNvSpPr txBox="1"/>
          <p:nvPr/>
        </p:nvSpPr>
        <p:spPr>
          <a:xfrm>
            <a:off x="4389120" y="1630680"/>
            <a:ext cx="7068820" cy="5011420"/>
          </a:xfrm>
          <a:prstGeom prst="rect">
            <a:avLst/>
          </a:prstGeom>
        </p:spPr>
        <p:txBody>
          <a:bodyPr vert="horz" lIns="91440" tIns="45720" rIns="91440" bIns="45720" rtlCol="0">
            <a:normAutofit fontScale="60000"/>
          </a:bodyPr>
          <a:lstStyle>
            <a:lvl1pPr marL="228600" indent="-228600" algn="l" defTabSz="914400" rtl="0" eaLnBrk="1" latinLnBrk="0" hangingPunct="1">
              <a:lnSpc>
                <a:spcPct val="90000"/>
              </a:lnSpc>
              <a:spcBef>
                <a:spcPts val="1000"/>
              </a:spcBef>
              <a:buFont typeface="Arial" panose="020B0604020202020204"/>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a:buChar char="•"/>
              <a:defRPr sz="1800" kern="1200">
                <a:solidFill>
                  <a:srgbClr val="525252"/>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a:buChar char="•"/>
              <a:defRPr sz="1800" kern="1200">
                <a:solidFill>
                  <a:srgbClr val="525252"/>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9pPr>
          </a:lstStyle>
          <a:p>
            <a:pPr marL="0" indent="0" algn="ctr">
              <a:lnSpc>
                <a:spcPct val="80000"/>
              </a:lnSpc>
              <a:buNone/>
            </a:pPr>
            <a:r>
              <a:rPr lang="en-US" altLang="en-US" sz="3000" b="1" dirty="0"/>
              <a:t>Visualization &amp; Dashboard</a:t>
            </a:r>
            <a:endParaRPr lang="en-US" altLang="en-US" sz="3000" b="1" dirty="0"/>
          </a:p>
          <a:p>
            <a:pPr marL="0" indent="0" algn="ctr">
              <a:lnSpc>
                <a:spcPct val="80000"/>
              </a:lnSpc>
              <a:buNone/>
            </a:pPr>
            <a:endParaRPr lang="en-US" altLang="en-US" sz="3000" b="1" dirty="0"/>
          </a:p>
          <a:p>
            <a:pPr marL="0" indent="0" algn="l">
              <a:lnSpc>
                <a:spcPct val="80000"/>
              </a:lnSpc>
              <a:buNone/>
            </a:pPr>
            <a:r>
              <a:rPr lang="en-US" altLang="en-US" sz="2665" b="1" dirty="0"/>
              <a:t>Built interactive dashboards using Plotly and Dash.</a:t>
            </a:r>
            <a:endParaRPr lang="en-US" altLang="en-US" sz="2665" b="1" dirty="0"/>
          </a:p>
          <a:p>
            <a:pPr marL="0" indent="0" algn="l">
              <a:lnSpc>
                <a:spcPct val="80000"/>
              </a:lnSpc>
              <a:buNone/>
            </a:pPr>
            <a:endParaRPr lang="en-US" altLang="en-US" sz="2665" b="1" dirty="0"/>
          </a:p>
          <a:p>
            <a:pPr marL="0" indent="0" algn="l">
              <a:lnSpc>
                <a:spcPct val="80000"/>
              </a:lnSpc>
              <a:buNone/>
            </a:pPr>
            <a:r>
              <a:rPr lang="en-US" altLang="en-US" sz="2665" b="1" dirty="0"/>
              <a:t>Compared trends across time periods (recession vs non-recession).</a:t>
            </a:r>
            <a:endParaRPr lang="en-US" altLang="en-US" sz="2665" b="1" dirty="0"/>
          </a:p>
          <a:p>
            <a:pPr marL="0" indent="0" algn="l">
              <a:lnSpc>
                <a:spcPct val="80000"/>
              </a:lnSpc>
              <a:buNone/>
            </a:pPr>
            <a:endParaRPr lang="en-US" altLang="en-US" sz="2665" b="1" dirty="0"/>
          </a:p>
          <a:p>
            <a:pPr marL="0" indent="0" algn="l">
              <a:lnSpc>
                <a:spcPct val="80000"/>
              </a:lnSpc>
              <a:buNone/>
            </a:pPr>
            <a:r>
              <a:rPr lang="en-US" altLang="en-US" sz="2665" b="1" dirty="0"/>
              <a:t>Visualized sales, advertising spend, and vehicle categories.</a:t>
            </a:r>
            <a:endParaRPr lang="en-US" altLang="en-US" sz="2665" b="1" dirty="0"/>
          </a:p>
          <a:p>
            <a:pPr marL="0" indent="0" algn="l">
              <a:lnSpc>
                <a:spcPct val="80000"/>
              </a:lnSpc>
              <a:buNone/>
            </a:pPr>
            <a:endParaRPr lang="en-US" altLang="en-US" sz="2665" b="1" dirty="0"/>
          </a:p>
          <a:p>
            <a:pPr marL="0" indent="0" algn="l">
              <a:lnSpc>
                <a:spcPct val="80000"/>
              </a:lnSpc>
              <a:buNone/>
            </a:pPr>
            <a:r>
              <a:rPr lang="en-US" altLang="en-US" sz="2665" b="1" u="sng" dirty="0"/>
              <a:t>Sub Points</a:t>
            </a:r>
            <a:endParaRPr lang="en-US" altLang="en-US" sz="2665" b="1" u="sng" dirty="0"/>
          </a:p>
          <a:p>
            <a:pPr marL="0" indent="0" algn="l">
              <a:lnSpc>
                <a:spcPct val="80000"/>
              </a:lnSpc>
              <a:buNone/>
            </a:pPr>
            <a:endParaRPr lang="en-US" altLang="en-US" sz="2665" b="1" dirty="0"/>
          </a:p>
          <a:p>
            <a:pPr marL="0" indent="0" algn="l">
              <a:lnSpc>
                <a:spcPct val="80000"/>
              </a:lnSpc>
              <a:buNone/>
            </a:pPr>
            <a:r>
              <a:rPr lang="en-US" altLang="en-US" sz="2665" b="1" dirty="0"/>
              <a:t>Line charts for trends</a:t>
            </a:r>
            <a:endParaRPr lang="en-US" altLang="en-US" sz="2665" b="1" dirty="0"/>
          </a:p>
          <a:p>
            <a:pPr marL="0" indent="0" algn="l">
              <a:lnSpc>
                <a:spcPct val="80000"/>
              </a:lnSpc>
              <a:buNone/>
            </a:pPr>
            <a:endParaRPr lang="en-US" altLang="en-US" sz="2665" b="1" dirty="0"/>
          </a:p>
          <a:p>
            <a:pPr marL="0" indent="0" algn="l">
              <a:lnSpc>
                <a:spcPct val="80000"/>
              </a:lnSpc>
              <a:buNone/>
            </a:pPr>
            <a:r>
              <a:rPr lang="en-US" altLang="en-US" sz="2665" b="1" dirty="0"/>
              <a:t>Bar charts for comparisons</a:t>
            </a:r>
            <a:endParaRPr lang="en-US" altLang="en-US" sz="2665" b="1" dirty="0"/>
          </a:p>
          <a:p>
            <a:pPr marL="0" indent="0" algn="l">
              <a:lnSpc>
                <a:spcPct val="80000"/>
              </a:lnSpc>
              <a:buNone/>
            </a:pPr>
            <a:endParaRPr lang="en-US" altLang="en-US" sz="2665" b="1" dirty="0"/>
          </a:p>
          <a:p>
            <a:pPr marL="0" indent="0" algn="l">
              <a:lnSpc>
                <a:spcPct val="80000"/>
              </a:lnSpc>
              <a:buNone/>
            </a:pPr>
            <a:r>
              <a:rPr lang="en-US" altLang="en-US" sz="2665" b="1" dirty="0"/>
              <a:t>Pie charts for category contribution</a:t>
            </a:r>
            <a:endParaRPr lang="en-US" altLang="en-US" sz="2665" b="1" dirty="0"/>
          </a:p>
        </p:txBody>
      </p:sp>
      <p:pic>
        <p:nvPicPr>
          <p:cNvPr id="7" name="Picture 6"/>
          <p:cNvPicPr>
            <a:picLocks noChangeAspect="1"/>
          </p:cNvPicPr>
          <p:nvPr/>
        </p:nvPicPr>
        <p:blipFill>
          <a:blip r:embed="rId1"/>
          <a:stretch>
            <a:fillRect/>
          </a:stretch>
        </p:blipFill>
        <p:spPr>
          <a:xfrm>
            <a:off x="733926" y="2136507"/>
            <a:ext cx="3194581" cy="3194581"/>
          </a:xfrm>
          <a:prstGeom prst="rect">
            <a:avLst/>
          </a:prstGeom>
        </p:spPr>
      </p:pic>
    </p:spTree>
    <p:custDataLst>
      <p:tags r:id="rId2"/>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0021" y="365125"/>
            <a:ext cx="7647865" cy="1325563"/>
          </a:xfrm>
        </p:spPr>
        <p:txBody>
          <a:bodyPr anchor="ctr">
            <a:normAutofit/>
          </a:bodyPr>
          <a:lstStyle/>
          <a:p>
            <a:r>
              <a:rPr lang="en-US" dirty="0"/>
              <a:t>INTRODUCTION</a:t>
            </a:r>
            <a:endParaRPr lang="en-US" dirty="0"/>
          </a:p>
        </p:txBody>
      </p:sp>
      <p:pic>
        <p:nvPicPr>
          <p:cNvPr id="3" name="Picture 2"/>
          <p:cNvPicPr>
            <a:picLocks noChangeAspect="1"/>
          </p:cNvPicPr>
          <p:nvPr/>
        </p:nvPicPr>
        <p:blipFill>
          <a:blip r:embed="rId1"/>
          <a:stretch>
            <a:fillRect/>
          </a:stretch>
        </p:blipFill>
        <p:spPr>
          <a:xfrm>
            <a:off x="994347" y="2262036"/>
            <a:ext cx="3054361" cy="3054361"/>
          </a:xfrm>
          <a:prstGeom prst="rect">
            <a:avLst/>
          </a:prstGeom>
        </p:spPr>
      </p:pic>
      <p:sp>
        <p:nvSpPr>
          <p:cNvPr id="4" name="Content Placeholder 2"/>
          <p:cNvSpPr txBox="1"/>
          <p:nvPr/>
        </p:nvSpPr>
        <p:spPr>
          <a:xfrm>
            <a:off x="4285075" y="1825625"/>
            <a:ext cx="7068725" cy="4351338"/>
          </a:xfrm>
          <a:prstGeom prst="rect">
            <a:avLst/>
          </a:prstGeom>
        </p:spPr>
        <p:txBody>
          <a:bodyPr vert="horz" lIns="91440" tIns="45720" rIns="91440" bIns="45720" rtlCol="0">
            <a:normAutofit fontScale="90000" lnSpcReduction="20000"/>
          </a:bodyPr>
          <a:lstStyle>
            <a:lvl1pPr marL="228600" indent="-228600" algn="l" defTabSz="914400" rtl="0" eaLnBrk="1" latinLnBrk="0" hangingPunct="1">
              <a:lnSpc>
                <a:spcPct val="90000"/>
              </a:lnSpc>
              <a:spcBef>
                <a:spcPts val="1000"/>
              </a:spcBef>
              <a:buFont typeface="Arial" panose="020B0604020202020204"/>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panose="020B0604020202020204"/>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panose="020B0604020202020204"/>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panose="020B0604020202020204"/>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panose="020B0604020202020204"/>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9pPr>
          </a:lstStyle>
          <a:p>
            <a:pPr marL="0" indent="0" algn="ctr">
              <a:buNone/>
            </a:pPr>
            <a:r>
              <a:rPr lang="en-US" altLang="en-US" sz="2000" b="1" dirty="0">
                <a:solidFill>
                  <a:schemeClr val="tx1"/>
                </a:solidFill>
              </a:rPr>
              <a:t>Purpose of the Report</a:t>
            </a:r>
            <a:endParaRPr lang="en-US" altLang="en-US" sz="1800" b="1" dirty="0">
              <a:solidFill>
                <a:schemeClr val="tx1"/>
              </a:solidFill>
            </a:endParaRPr>
          </a:p>
          <a:p>
            <a:pPr>
              <a:buFont typeface="Wingdings" panose="05000000000000000000" charset="0"/>
              <a:buChar char="q"/>
            </a:pPr>
            <a:r>
              <a:rPr lang="en-US" altLang="en-US" sz="1600" b="1" dirty="0">
                <a:solidFill>
                  <a:schemeClr val="tx1"/>
                </a:solidFill>
              </a:rPr>
              <a:t>The purpose is to collect, prepare, analyze, and visualize real-world datasets to uncover meaningful insights related to developer job market trends and automobile sales performance.</a:t>
            </a:r>
            <a:endParaRPr lang="en-US" altLang="en-US" sz="1600" b="1" dirty="0">
              <a:solidFill>
                <a:schemeClr val="tx1"/>
              </a:solidFill>
            </a:endParaRPr>
          </a:p>
          <a:p>
            <a:pPr>
              <a:buFont typeface="Wingdings" panose="05000000000000000000" charset="0"/>
              <a:buChar char="q"/>
            </a:pPr>
            <a:endParaRPr lang="en-US" altLang="en-US" sz="1600" b="1" dirty="0">
              <a:solidFill>
                <a:schemeClr val="tx1"/>
              </a:solidFill>
            </a:endParaRPr>
          </a:p>
          <a:p>
            <a:pPr>
              <a:buFont typeface="Wingdings" panose="05000000000000000000" charset="0"/>
              <a:buChar char="q"/>
            </a:pPr>
            <a:r>
              <a:rPr lang="en-US" altLang="en-US" sz="1600" b="1" dirty="0">
                <a:solidFill>
                  <a:schemeClr val="tx1"/>
                </a:solidFill>
              </a:rPr>
              <a:t>The report demonstrates how data-driven analysis supports informed business and strategic decision-making.</a:t>
            </a:r>
            <a:endParaRPr lang="en-US" altLang="en-US" sz="1600" b="1" dirty="0">
              <a:solidFill>
                <a:schemeClr val="tx1"/>
              </a:solidFill>
            </a:endParaRPr>
          </a:p>
          <a:p>
            <a:pPr marL="0" indent="0" algn="ctr">
              <a:buFont typeface="Wingdings" panose="05000000000000000000" charset="0"/>
              <a:buNone/>
            </a:pPr>
            <a:r>
              <a:rPr lang="en-US" altLang="en-US" sz="2000" b="1" dirty="0">
                <a:solidFill>
                  <a:schemeClr val="tx1"/>
                </a:solidFill>
              </a:rPr>
              <a:t>Target Audience</a:t>
            </a:r>
            <a:endParaRPr lang="en-US" altLang="en-US" sz="2000" b="1" dirty="0">
              <a:solidFill>
                <a:schemeClr val="tx1"/>
              </a:solidFill>
            </a:endParaRPr>
          </a:p>
          <a:p>
            <a:pPr>
              <a:buFont typeface="Wingdings" panose="05000000000000000000" charset="0"/>
              <a:buChar char="q"/>
            </a:pPr>
            <a:endParaRPr lang="en-US" altLang="en-US" sz="1600" b="1" dirty="0">
              <a:solidFill>
                <a:schemeClr val="tx1"/>
              </a:solidFill>
            </a:endParaRPr>
          </a:p>
          <a:p>
            <a:pPr>
              <a:buFont typeface="Wingdings" panose="05000000000000000000" charset="0"/>
              <a:buChar char="q"/>
            </a:pPr>
            <a:r>
              <a:rPr lang="en-US" altLang="en-US" sz="1600" b="1" dirty="0">
                <a:solidFill>
                  <a:schemeClr val="tx1"/>
                </a:solidFill>
              </a:rPr>
              <a:t>Business stakeholders seeking insights for decision making.</a:t>
            </a:r>
            <a:endParaRPr lang="en-US" altLang="en-US" sz="1600" b="1" dirty="0">
              <a:solidFill>
                <a:schemeClr val="tx1"/>
              </a:solidFill>
            </a:endParaRPr>
          </a:p>
          <a:p>
            <a:pPr>
              <a:buFont typeface="Wingdings" panose="05000000000000000000" charset="0"/>
              <a:buChar char="q"/>
            </a:pPr>
            <a:endParaRPr lang="en-US" altLang="en-US" sz="1600" b="1" dirty="0">
              <a:solidFill>
                <a:schemeClr val="tx1"/>
              </a:solidFill>
            </a:endParaRPr>
          </a:p>
          <a:p>
            <a:pPr>
              <a:buFont typeface="Wingdings" panose="05000000000000000000" charset="0"/>
              <a:buChar char="q"/>
            </a:pPr>
            <a:r>
              <a:rPr lang="en-US" altLang="en-US" sz="1600" b="1" dirty="0">
                <a:solidFill>
                  <a:schemeClr val="tx1"/>
                </a:solidFill>
              </a:rPr>
              <a:t>Hiring managers and recruiters interested in job market trends.</a:t>
            </a:r>
            <a:endParaRPr lang="en-US" altLang="en-US" sz="1600" b="1" dirty="0">
              <a:solidFill>
                <a:schemeClr val="tx1"/>
              </a:solidFill>
            </a:endParaRPr>
          </a:p>
          <a:p>
            <a:pPr>
              <a:buFont typeface="Wingdings" panose="05000000000000000000" charset="0"/>
              <a:buChar char="q"/>
            </a:pPr>
            <a:endParaRPr lang="en-US" altLang="en-US" sz="1600" b="1" dirty="0">
              <a:solidFill>
                <a:schemeClr val="tx1"/>
              </a:solidFill>
            </a:endParaRPr>
          </a:p>
          <a:p>
            <a:pPr>
              <a:buFont typeface="Wingdings" panose="05000000000000000000" charset="0"/>
              <a:buChar char="q"/>
            </a:pPr>
            <a:r>
              <a:rPr lang="en-US" altLang="en-US" sz="1600" b="1" dirty="0">
                <a:solidFill>
                  <a:schemeClr val="tx1"/>
                </a:solidFill>
              </a:rPr>
              <a:t>Academic evaluators reviewing analytical methodology.</a:t>
            </a:r>
            <a:endParaRPr lang="en-US" altLang="en-US" sz="1600" b="1" dirty="0">
              <a:solidFill>
                <a:schemeClr val="tx1"/>
              </a:solidFill>
            </a:endParaRPr>
          </a:p>
          <a:p>
            <a:pPr>
              <a:buFont typeface="Wingdings" panose="05000000000000000000" charset="0"/>
              <a:buChar char="q"/>
            </a:pPr>
            <a:endParaRPr lang="en-US" altLang="en-US" sz="1600" b="1" dirty="0">
              <a:solidFill>
                <a:schemeClr val="tx1"/>
              </a:solidFill>
            </a:endParaRPr>
          </a:p>
          <a:p>
            <a:pPr>
              <a:buFont typeface="Wingdings" panose="05000000000000000000" charset="0"/>
              <a:buChar char="q"/>
            </a:pPr>
            <a:r>
              <a:rPr lang="en-US" altLang="en-US" sz="1600" b="1" dirty="0">
                <a:solidFill>
                  <a:schemeClr val="tx1"/>
                </a:solidFill>
              </a:rPr>
              <a:t>Data professionals and learners exploring applied analytics workflows.</a:t>
            </a:r>
            <a:endParaRPr lang="en-US" altLang="en-US" sz="1600" b="1" dirty="0">
              <a:solidFill>
                <a:schemeClr val="tx1"/>
              </a:solidFill>
            </a:endParaRPr>
          </a:p>
        </p:txBody>
      </p:sp>
    </p:spTree>
    <p:custDataLst>
      <p:tags r:id="rId2"/>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0021" y="365125"/>
            <a:ext cx="7647865" cy="1325563"/>
          </a:xfrm>
        </p:spPr>
        <p:txBody>
          <a:bodyPr anchor="ctr">
            <a:normAutofit/>
          </a:bodyPr>
          <a:lstStyle/>
          <a:p>
            <a:r>
              <a:rPr lang="en-US" dirty="0"/>
              <a:t>INTRODUCTION</a:t>
            </a:r>
            <a:endParaRPr lang="en-US" dirty="0"/>
          </a:p>
        </p:txBody>
      </p:sp>
      <p:pic>
        <p:nvPicPr>
          <p:cNvPr id="3" name="Picture 2"/>
          <p:cNvPicPr>
            <a:picLocks noChangeAspect="1"/>
          </p:cNvPicPr>
          <p:nvPr/>
        </p:nvPicPr>
        <p:blipFill>
          <a:blip r:embed="rId1"/>
          <a:stretch>
            <a:fillRect/>
          </a:stretch>
        </p:blipFill>
        <p:spPr>
          <a:xfrm>
            <a:off x="403162" y="2262036"/>
            <a:ext cx="3054361" cy="3054361"/>
          </a:xfrm>
          <a:prstGeom prst="rect">
            <a:avLst/>
          </a:prstGeom>
        </p:spPr>
      </p:pic>
      <p:sp>
        <p:nvSpPr>
          <p:cNvPr id="4" name="Content Placeholder 2"/>
          <p:cNvSpPr txBox="1"/>
          <p:nvPr/>
        </p:nvSpPr>
        <p:spPr>
          <a:xfrm>
            <a:off x="3457575" y="1825625"/>
            <a:ext cx="7745730" cy="4260850"/>
          </a:xfrm>
          <a:prstGeom prst="rect">
            <a:avLst/>
          </a:prstGeom>
        </p:spPr>
        <p:txBody>
          <a:bodyPr vert="horz" lIns="91440" tIns="45720" rIns="91440" bIns="45720" rtlCol="0">
            <a:normAutofit fontScale="25000"/>
          </a:bodyPr>
          <a:lstStyle>
            <a:lvl1pPr marL="228600" indent="-228600" algn="l" defTabSz="914400" rtl="0" eaLnBrk="1" latinLnBrk="0" hangingPunct="1">
              <a:lnSpc>
                <a:spcPct val="90000"/>
              </a:lnSpc>
              <a:spcBef>
                <a:spcPts val="1000"/>
              </a:spcBef>
              <a:buFont typeface="Arial" panose="020B0604020202020204"/>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panose="020B0604020202020204"/>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panose="020B0604020202020204"/>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panose="020B0604020202020204"/>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panose="020B0604020202020204"/>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9pPr>
          </a:lstStyle>
          <a:p>
            <a:pPr marL="0" indent="0" algn="ctr">
              <a:buNone/>
            </a:pPr>
            <a:r>
              <a:rPr lang="en-US" altLang="en-US" sz="9600" b="1" i="1" dirty="0">
                <a:solidFill>
                  <a:schemeClr val="tx1"/>
                </a:solidFill>
              </a:rPr>
              <a:t>Value of the An</a:t>
            </a:r>
            <a:r>
              <a:rPr lang="en-IN" altLang="en-US" sz="9600" b="1" i="1" dirty="0">
                <a:solidFill>
                  <a:schemeClr val="tx1"/>
                </a:solidFill>
              </a:rPr>
              <a:t>alysis</a:t>
            </a:r>
            <a:r>
              <a:rPr lang="en-US" altLang="en-US" sz="1600" b="1" dirty="0">
                <a:solidFill>
                  <a:schemeClr val="tx1"/>
                </a:solidFill>
              </a:rPr>
              <a:t>is</a:t>
            </a:r>
            <a:endParaRPr lang="en-US" altLang="en-US" sz="1600" b="1" dirty="0">
              <a:solidFill>
                <a:schemeClr val="tx1"/>
              </a:solidFill>
            </a:endParaRPr>
          </a:p>
          <a:p>
            <a:pPr marL="0" indent="0" algn="l">
              <a:buNone/>
            </a:pPr>
            <a:r>
              <a:rPr lang="en-US" altLang="en-US" sz="7200" b="1" dirty="0">
                <a:solidFill>
                  <a:schemeClr val="tx1"/>
                </a:solidFill>
              </a:rPr>
              <a:t>Market Understanding</a:t>
            </a:r>
            <a:endParaRPr lang="en-US" altLang="en-US" sz="7200" b="1" dirty="0">
              <a:solidFill>
                <a:schemeClr val="tx1"/>
              </a:solidFill>
            </a:endParaRPr>
          </a:p>
          <a:p>
            <a:pPr algn="l">
              <a:buFont typeface="Wingdings" panose="05000000000000000000" charset="0"/>
              <a:buChar char="q"/>
            </a:pPr>
            <a:endParaRPr lang="en-US" altLang="en-US" sz="5335" b="1" dirty="0">
              <a:solidFill>
                <a:schemeClr val="tx1"/>
              </a:solidFill>
            </a:endParaRPr>
          </a:p>
          <a:p>
            <a:pPr algn="l">
              <a:buFont typeface="Wingdings" panose="05000000000000000000" charset="0"/>
              <a:buChar char="q"/>
            </a:pPr>
            <a:r>
              <a:rPr lang="en-US" altLang="en-US" sz="5335" b="1" dirty="0">
                <a:solidFill>
                  <a:schemeClr val="tx1"/>
                </a:solidFill>
              </a:rPr>
              <a:t>Provides visibility into developer job demand, skills trends, and geographic distribution.</a:t>
            </a:r>
            <a:endParaRPr lang="en-US" altLang="en-US" sz="5335" b="1" dirty="0">
              <a:solidFill>
                <a:schemeClr val="tx1"/>
              </a:solidFill>
            </a:endParaRPr>
          </a:p>
          <a:p>
            <a:pPr algn="l">
              <a:buFont typeface="Wingdings" panose="05000000000000000000" charset="0"/>
              <a:buChar char="q"/>
            </a:pPr>
            <a:endParaRPr lang="en-US" altLang="en-US" sz="5335" b="1" dirty="0">
              <a:solidFill>
                <a:schemeClr val="tx1"/>
              </a:solidFill>
            </a:endParaRPr>
          </a:p>
          <a:p>
            <a:pPr marL="0" indent="0" algn="l">
              <a:buFont typeface="Wingdings" panose="05000000000000000000" charset="0"/>
              <a:buNone/>
            </a:pPr>
            <a:r>
              <a:rPr lang="en-US" altLang="en-US" sz="7200" b="1" dirty="0">
                <a:solidFill>
                  <a:schemeClr val="tx1"/>
                </a:solidFill>
              </a:rPr>
              <a:t>Compensation Insights</a:t>
            </a:r>
            <a:endParaRPr lang="en-US" altLang="en-US" sz="7200" b="1" dirty="0">
              <a:solidFill>
                <a:schemeClr val="tx1"/>
              </a:solidFill>
            </a:endParaRPr>
          </a:p>
          <a:p>
            <a:pPr algn="l">
              <a:buFont typeface="Wingdings" panose="05000000000000000000" charset="0"/>
              <a:buChar char="q"/>
            </a:pPr>
            <a:endParaRPr lang="en-US" altLang="en-US" sz="5335" b="1" dirty="0">
              <a:solidFill>
                <a:schemeClr val="tx1"/>
              </a:solidFill>
            </a:endParaRPr>
          </a:p>
          <a:p>
            <a:pPr algn="l">
              <a:buFont typeface="Wingdings" panose="05000000000000000000" charset="0"/>
              <a:buChar char="q"/>
            </a:pPr>
            <a:r>
              <a:rPr lang="en-US" altLang="en-US" sz="5335" b="1" dirty="0">
                <a:solidFill>
                  <a:schemeClr val="tx1"/>
                </a:solidFill>
              </a:rPr>
              <a:t>Identifies salary patterns across roles, experience levels, and employment types.</a:t>
            </a:r>
            <a:endParaRPr lang="en-US" altLang="en-US" sz="5335" b="1" dirty="0">
              <a:solidFill>
                <a:schemeClr val="tx1"/>
              </a:solidFill>
            </a:endParaRPr>
          </a:p>
          <a:p>
            <a:pPr algn="l">
              <a:buFont typeface="Wingdings" panose="05000000000000000000" charset="0"/>
              <a:buChar char="q"/>
            </a:pPr>
            <a:endParaRPr lang="en-US" altLang="en-US" sz="5335" b="1" dirty="0">
              <a:solidFill>
                <a:schemeClr val="tx1"/>
              </a:solidFill>
            </a:endParaRPr>
          </a:p>
          <a:p>
            <a:pPr marL="0" indent="0" algn="l">
              <a:buFont typeface="Wingdings" panose="05000000000000000000" charset="0"/>
              <a:buNone/>
            </a:pPr>
            <a:r>
              <a:rPr lang="en-US" altLang="en-US" sz="7200" b="1" dirty="0">
                <a:solidFill>
                  <a:schemeClr val="tx1"/>
                </a:solidFill>
              </a:rPr>
              <a:t>Business Performance Insights</a:t>
            </a:r>
            <a:endParaRPr lang="en-US" altLang="en-US" sz="7200" b="1" dirty="0">
              <a:solidFill>
                <a:schemeClr val="tx1"/>
              </a:solidFill>
            </a:endParaRPr>
          </a:p>
          <a:p>
            <a:pPr algn="l">
              <a:buFont typeface="Wingdings" panose="05000000000000000000" charset="0"/>
              <a:buChar char="q"/>
            </a:pPr>
            <a:endParaRPr lang="en-US" altLang="en-US" sz="5335" b="1" dirty="0">
              <a:solidFill>
                <a:schemeClr val="tx1"/>
              </a:solidFill>
            </a:endParaRPr>
          </a:p>
          <a:p>
            <a:pPr algn="l">
              <a:buFont typeface="Wingdings" panose="05000000000000000000" charset="0"/>
              <a:buChar char="q"/>
            </a:pPr>
            <a:r>
              <a:rPr lang="en-US" altLang="en-US" sz="5335" b="1" dirty="0">
                <a:solidFill>
                  <a:schemeClr val="tx1"/>
                </a:solidFill>
              </a:rPr>
              <a:t>Evaluates automobile sales trends and advertising impact across economic periods.</a:t>
            </a:r>
            <a:endParaRPr lang="en-US" altLang="en-US" sz="5335" b="1" dirty="0">
              <a:solidFill>
                <a:schemeClr val="tx1"/>
              </a:solidFill>
            </a:endParaRPr>
          </a:p>
          <a:p>
            <a:pPr algn="l">
              <a:buFont typeface="Wingdings" panose="05000000000000000000" charset="0"/>
              <a:buChar char="q"/>
            </a:pPr>
            <a:endParaRPr lang="en-US" altLang="en-US" sz="5335" b="1" dirty="0">
              <a:solidFill>
                <a:schemeClr val="tx1"/>
              </a:solidFill>
            </a:endParaRPr>
          </a:p>
          <a:p>
            <a:pPr marL="0" indent="0" algn="l">
              <a:buFont typeface="Wingdings" panose="05000000000000000000" charset="0"/>
              <a:buNone/>
            </a:pPr>
            <a:endParaRPr lang="en-US" altLang="en-US" sz="5335" b="1" dirty="0">
              <a:solidFill>
                <a:schemeClr val="tx1"/>
              </a:solidFill>
            </a:endParaRPr>
          </a:p>
        </p:txBody>
      </p:sp>
    </p:spTree>
    <p:custDataLst>
      <p:tags r:id="rId2"/>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0021" y="365125"/>
            <a:ext cx="7647865" cy="1325563"/>
          </a:xfrm>
        </p:spPr>
        <p:txBody>
          <a:bodyPr anchor="ctr">
            <a:normAutofit/>
          </a:bodyPr>
          <a:lstStyle/>
          <a:p>
            <a:r>
              <a:rPr lang="en-US" dirty="0"/>
              <a:t>INTRODUCTION</a:t>
            </a:r>
            <a:endParaRPr lang="en-US" dirty="0"/>
          </a:p>
        </p:txBody>
      </p:sp>
      <p:pic>
        <p:nvPicPr>
          <p:cNvPr id="3" name="Picture 2"/>
          <p:cNvPicPr>
            <a:picLocks noChangeAspect="1"/>
          </p:cNvPicPr>
          <p:nvPr/>
        </p:nvPicPr>
        <p:blipFill>
          <a:blip r:embed="rId1"/>
          <a:stretch>
            <a:fillRect/>
          </a:stretch>
        </p:blipFill>
        <p:spPr>
          <a:xfrm>
            <a:off x="994347" y="2262036"/>
            <a:ext cx="3054361" cy="3054361"/>
          </a:xfrm>
          <a:prstGeom prst="rect">
            <a:avLst/>
          </a:prstGeom>
        </p:spPr>
      </p:pic>
      <p:sp>
        <p:nvSpPr>
          <p:cNvPr id="4" name="Content Placeholder 2"/>
          <p:cNvSpPr txBox="1"/>
          <p:nvPr/>
        </p:nvSpPr>
        <p:spPr>
          <a:xfrm>
            <a:off x="4285075" y="1825625"/>
            <a:ext cx="7068725" cy="4351338"/>
          </a:xfrm>
          <a:prstGeom prst="rect">
            <a:avLst/>
          </a:prstGeom>
        </p:spPr>
        <p:txBody>
          <a:bodyPr vert="horz" lIns="91440" tIns="45720" rIns="91440" bIns="45720" rtlCol="0">
            <a:normAutofit fontScale="40000"/>
          </a:bodyPr>
          <a:lstStyle>
            <a:lvl1pPr marL="228600" indent="-228600" algn="l" defTabSz="914400" rtl="0" eaLnBrk="1" latinLnBrk="0" hangingPunct="1">
              <a:lnSpc>
                <a:spcPct val="90000"/>
              </a:lnSpc>
              <a:spcBef>
                <a:spcPts val="1000"/>
              </a:spcBef>
              <a:buFont typeface="Arial" panose="020B0604020202020204"/>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panose="020B0604020202020204"/>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panose="020B0604020202020204"/>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panose="020B0604020202020204"/>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panose="020B0604020202020204"/>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9pPr>
          </a:lstStyle>
          <a:p>
            <a:pPr marL="0" indent="0" algn="ctr">
              <a:buNone/>
            </a:pPr>
            <a:endParaRPr lang="en-US" altLang="en-US" sz="1600" b="1" dirty="0">
              <a:solidFill>
                <a:schemeClr val="tx1"/>
              </a:solidFill>
            </a:endParaRPr>
          </a:p>
          <a:p>
            <a:pPr marL="0" indent="0" algn="l">
              <a:buNone/>
            </a:pPr>
            <a:r>
              <a:rPr lang="en-US" altLang="en-US" sz="4500" b="1" dirty="0">
                <a:solidFill>
                  <a:schemeClr val="tx1"/>
                </a:solidFill>
              </a:rPr>
              <a:t>Decision Support</a:t>
            </a:r>
            <a:endParaRPr lang="en-US" altLang="en-US" sz="5335" b="1" dirty="0">
              <a:solidFill>
                <a:schemeClr val="tx1"/>
              </a:solidFill>
            </a:endParaRPr>
          </a:p>
          <a:p>
            <a:pPr marL="0" indent="0" algn="l">
              <a:buNone/>
            </a:pPr>
            <a:endParaRPr lang="en-US" altLang="en-US" sz="5335" b="1" dirty="0">
              <a:solidFill>
                <a:schemeClr val="tx1"/>
              </a:solidFill>
            </a:endParaRPr>
          </a:p>
          <a:p>
            <a:pPr algn="l">
              <a:buFont typeface="Wingdings" panose="05000000000000000000" charset="0"/>
              <a:buChar char="q"/>
            </a:pPr>
            <a:r>
              <a:rPr lang="en-US" altLang="en-US" sz="4000" b="1" dirty="0">
                <a:solidFill>
                  <a:schemeClr val="tx1"/>
                </a:solidFill>
              </a:rPr>
              <a:t>Enables data-driven strategies for hiring, budgeting, and product positioning.</a:t>
            </a:r>
            <a:endParaRPr lang="en-US" altLang="en-US" sz="4000" b="1" dirty="0">
              <a:solidFill>
                <a:schemeClr val="tx1"/>
              </a:solidFill>
            </a:endParaRPr>
          </a:p>
          <a:p>
            <a:pPr algn="l">
              <a:buFont typeface="Wingdings" panose="05000000000000000000" charset="0"/>
              <a:buChar char="q"/>
            </a:pPr>
            <a:endParaRPr lang="en-US" altLang="en-US" sz="4000" b="1" dirty="0">
              <a:solidFill>
                <a:schemeClr val="tx1"/>
              </a:solidFill>
            </a:endParaRPr>
          </a:p>
          <a:p>
            <a:pPr marL="0" indent="0" algn="l">
              <a:buNone/>
            </a:pPr>
            <a:r>
              <a:rPr lang="en-US" altLang="en-US" sz="4500" b="1" dirty="0">
                <a:solidFill>
                  <a:schemeClr val="tx1"/>
                </a:solidFill>
              </a:rPr>
              <a:t>Sub Points</a:t>
            </a:r>
            <a:endParaRPr lang="en-US" altLang="en-US" sz="4500" b="1" dirty="0">
              <a:solidFill>
                <a:schemeClr val="tx1"/>
              </a:solidFill>
            </a:endParaRPr>
          </a:p>
          <a:p>
            <a:pPr marL="0" indent="0" algn="l">
              <a:buNone/>
            </a:pPr>
            <a:endParaRPr lang="en-US" altLang="en-US" sz="5335" b="1" dirty="0">
              <a:solidFill>
                <a:schemeClr val="tx1"/>
              </a:solidFill>
            </a:endParaRPr>
          </a:p>
          <a:p>
            <a:pPr algn="l">
              <a:buFont typeface="Wingdings" panose="05000000000000000000" charset="0"/>
              <a:buChar char="q"/>
            </a:pPr>
            <a:r>
              <a:rPr lang="en-US" altLang="en-US" sz="4000" b="1" dirty="0">
                <a:solidFill>
                  <a:schemeClr val="tx1"/>
                </a:solidFill>
              </a:rPr>
              <a:t>Supports strategic workforce planning.</a:t>
            </a:r>
            <a:endParaRPr lang="en-US" altLang="en-US" sz="4000" b="1" dirty="0">
              <a:solidFill>
                <a:schemeClr val="tx1"/>
              </a:solidFill>
            </a:endParaRPr>
          </a:p>
          <a:p>
            <a:pPr algn="l">
              <a:buFont typeface="Wingdings" panose="05000000000000000000" charset="0"/>
              <a:buChar char="q"/>
            </a:pPr>
            <a:endParaRPr lang="en-US" altLang="en-US" sz="4000" b="1" dirty="0">
              <a:solidFill>
                <a:schemeClr val="tx1"/>
              </a:solidFill>
            </a:endParaRPr>
          </a:p>
          <a:p>
            <a:pPr algn="l">
              <a:buFont typeface="Wingdings" panose="05000000000000000000" charset="0"/>
              <a:buChar char="q"/>
            </a:pPr>
            <a:r>
              <a:rPr lang="en-US" altLang="en-US" sz="4000" b="1" dirty="0">
                <a:solidFill>
                  <a:schemeClr val="tx1"/>
                </a:solidFill>
              </a:rPr>
              <a:t>Helps optimize marketing and advertising allocation.</a:t>
            </a:r>
            <a:endParaRPr lang="en-US" altLang="en-US" sz="4000" b="1" dirty="0">
              <a:solidFill>
                <a:schemeClr val="tx1"/>
              </a:solidFill>
            </a:endParaRPr>
          </a:p>
        </p:txBody>
      </p:sp>
    </p:spTree>
    <p:custDataLst>
      <p:tags r:id="rId2"/>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82053" y="681037"/>
            <a:ext cx="10571747" cy="685799"/>
          </a:xfrm>
        </p:spPr>
        <p:txBody>
          <a:bodyPr anchor="ctr">
            <a:normAutofit/>
          </a:bodyPr>
          <a:lstStyle/>
          <a:p>
            <a:r>
              <a:rPr lang="en-US" dirty="0"/>
              <a:t>METHODOLOGY</a:t>
            </a:r>
            <a:endParaRPr lang="en-US" dirty="0"/>
          </a:p>
        </p:txBody>
      </p:sp>
      <p:sp>
        <p:nvSpPr>
          <p:cNvPr id="3" name="Content Placeholder 2"/>
          <p:cNvSpPr txBox="1"/>
          <p:nvPr/>
        </p:nvSpPr>
        <p:spPr>
          <a:xfrm>
            <a:off x="4285075" y="1680153"/>
            <a:ext cx="7068725" cy="4351338"/>
          </a:xfrm>
          <a:prstGeom prst="rect">
            <a:avLst/>
          </a:prstGeom>
        </p:spPr>
        <p:txBody>
          <a:bodyPr vert="horz" lIns="91440" tIns="45720" rIns="91440" bIns="45720" rtlCol="0">
            <a:normAutofit fontScale="90000" lnSpcReduction="20000"/>
          </a:bodyPr>
          <a:lstStyle>
            <a:lvl1pPr marL="228600" indent="-228600" algn="l" defTabSz="914400" rtl="0" eaLnBrk="1" latinLnBrk="0" hangingPunct="1">
              <a:lnSpc>
                <a:spcPct val="90000"/>
              </a:lnSpc>
              <a:spcBef>
                <a:spcPts val="1000"/>
              </a:spcBef>
              <a:buFont typeface="Arial" panose="020B0604020202020204"/>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a:buChar char="•"/>
              <a:defRPr sz="1800" kern="1200">
                <a:solidFill>
                  <a:srgbClr val="525252"/>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a:buChar char="•"/>
              <a:defRPr sz="1800" kern="1200">
                <a:solidFill>
                  <a:srgbClr val="525252"/>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9pPr>
          </a:lstStyle>
          <a:p>
            <a:pPr marL="0" indent="0">
              <a:buNone/>
            </a:pPr>
            <a:r>
              <a:rPr lang="en-US" altLang="en-US" sz="2200" b="1" dirty="0"/>
              <a:t>Data Sources</a:t>
            </a:r>
            <a:endParaRPr lang="en-US" altLang="en-US" sz="2200" b="1" dirty="0"/>
          </a:p>
          <a:p>
            <a:pPr marL="0" indent="0">
              <a:buNone/>
            </a:pPr>
            <a:endParaRPr lang="en-US" altLang="en-US" sz="2200" b="1" dirty="0"/>
          </a:p>
          <a:p>
            <a:pPr>
              <a:buFont typeface="Wingdings" panose="05000000000000000000" charset="0"/>
              <a:buChar char="v"/>
            </a:pPr>
            <a:r>
              <a:rPr lang="en-US" altLang="en-US" sz="2200" dirty="0"/>
              <a:t>Developer survey dataset for demographic and compensation analysis.</a:t>
            </a:r>
            <a:endParaRPr lang="en-US" altLang="en-US" sz="2200" dirty="0"/>
          </a:p>
          <a:p>
            <a:pPr>
              <a:buFont typeface="Wingdings" panose="05000000000000000000" charset="0"/>
              <a:buChar char="v"/>
            </a:pPr>
            <a:r>
              <a:rPr lang="en-US" altLang="en-US" sz="2200" dirty="0"/>
              <a:t>Job posting API data to measure job demand by location and skills.</a:t>
            </a:r>
            <a:endParaRPr lang="en-US" altLang="en-US" sz="2200" dirty="0"/>
          </a:p>
          <a:p>
            <a:pPr>
              <a:buFont typeface="Wingdings" panose="05000000000000000000" charset="0"/>
              <a:buChar char="v"/>
            </a:pPr>
            <a:r>
              <a:rPr lang="en-US" altLang="en-US" sz="2200" dirty="0"/>
              <a:t>Automobile sales dataset for business trend analysis.</a:t>
            </a:r>
            <a:endParaRPr lang="en-US" altLang="en-US" sz="2200" dirty="0"/>
          </a:p>
          <a:p>
            <a:pPr>
              <a:buFont typeface="Wingdings" panose="05000000000000000000" charset="0"/>
              <a:buChar char="v"/>
            </a:pPr>
            <a:r>
              <a:rPr lang="en-US" altLang="en-US" sz="2200" dirty="0"/>
              <a:t>Supporting reference files for data enrichment.</a:t>
            </a:r>
            <a:endParaRPr lang="en-US" altLang="en-US" sz="2200" dirty="0"/>
          </a:p>
          <a:p>
            <a:pPr marL="0" indent="0">
              <a:buFont typeface="Wingdings" panose="05000000000000000000" charset="0"/>
              <a:buNone/>
            </a:pPr>
            <a:endParaRPr lang="en-US" altLang="en-US" sz="2200" dirty="0"/>
          </a:p>
          <a:p>
            <a:pPr marL="0" indent="0">
              <a:buFont typeface="Wingdings" panose="05000000000000000000" charset="0"/>
              <a:buNone/>
            </a:pPr>
            <a:r>
              <a:rPr lang="en-US" altLang="en-US" sz="2200" b="1" dirty="0"/>
              <a:t>Sub Points</a:t>
            </a:r>
            <a:endParaRPr lang="en-US" altLang="en-US" sz="2200" dirty="0"/>
          </a:p>
          <a:p>
            <a:pPr>
              <a:buFont typeface="Wingdings" panose="05000000000000000000" charset="0"/>
              <a:buChar char="v"/>
            </a:pPr>
            <a:r>
              <a:rPr lang="en-US" altLang="en-US" sz="2200" dirty="0"/>
              <a:t>CSV and JSON structured sources</a:t>
            </a:r>
            <a:endParaRPr lang="en-US" altLang="en-US" sz="2200" dirty="0"/>
          </a:p>
          <a:p>
            <a:pPr>
              <a:buFont typeface="Wingdings" panose="05000000000000000000" charset="0"/>
              <a:buChar char="v"/>
            </a:pPr>
            <a:endParaRPr lang="en-US" altLang="en-US" sz="2200" dirty="0"/>
          </a:p>
          <a:p>
            <a:pPr>
              <a:buFont typeface="Wingdings" panose="05000000000000000000" charset="0"/>
              <a:buChar char="v"/>
            </a:pPr>
            <a:r>
              <a:rPr lang="en-US" altLang="en-US" sz="2200" dirty="0"/>
              <a:t>Multi-source integration</a:t>
            </a:r>
            <a:endParaRPr lang="en-US" altLang="en-US" sz="2200" dirty="0"/>
          </a:p>
        </p:txBody>
      </p:sp>
      <p:pic>
        <p:nvPicPr>
          <p:cNvPr id="4" name="Picture 3"/>
          <p:cNvPicPr>
            <a:picLocks noChangeAspect="1"/>
          </p:cNvPicPr>
          <p:nvPr/>
        </p:nvPicPr>
        <p:blipFill>
          <a:blip r:embed="rId1"/>
          <a:stretch>
            <a:fillRect/>
          </a:stretch>
        </p:blipFill>
        <p:spPr>
          <a:xfrm>
            <a:off x="979655" y="1831709"/>
            <a:ext cx="3194581" cy="3194581"/>
          </a:xfrm>
          <a:prstGeom prst="rect">
            <a:avLst/>
          </a:prstGeom>
        </p:spPr>
      </p:pic>
    </p:spTree>
    <p:custDataLst>
      <p:tags r:id="rId2"/>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82053" y="681037"/>
            <a:ext cx="10571747" cy="685799"/>
          </a:xfrm>
        </p:spPr>
        <p:txBody>
          <a:bodyPr anchor="ctr">
            <a:normAutofit/>
          </a:bodyPr>
          <a:lstStyle/>
          <a:p>
            <a:r>
              <a:rPr lang="en-US" dirty="0"/>
              <a:t>METHODOLOGY</a:t>
            </a:r>
            <a:endParaRPr lang="en-US" dirty="0"/>
          </a:p>
        </p:txBody>
      </p:sp>
      <p:sp>
        <p:nvSpPr>
          <p:cNvPr id="3" name="Content Placeholder 2"/>
          <p:cNvSpPr txBox="1"/>
          <p:nvPr/>
        </p:nvSpPr>
        <p:spPr>
          <a:xfrm>
            <a:off x="4285075" y="1680153"/>
            <a:ext cx="7068725" cy="4351338"/>
          </a:xfrm>
          <a:prstGeom prst="rect">
            <a:avLst/>
          </a:prstGeom>
        </p:spPr>
        <p:txBody>
          <a:bodyPr vert="horz" lIns="91440" tIns="45720" rIns="91440" bIns="45720" rtlCol="0">
            <a:normAutofit lnSpcReduction="20000"/>
          </a:bodyPr>
          <a:lstStyle>
            <a:lvl1pPr marL="228600" indent="-228600" algn="l" defTabSz="914400" rtl="0" eaLnBrk="1" latinLnBrk="0" hangingPunct="1">
              <a:lnSpc>
                <a:spcPct val="90000"/>
              </a:lnSpc>
              <a:spcBef>
                <a:spcPts val="1000"/>
              </a:spcBef>
              <a:buFont typeface="Arial" panose="020B0604020202020204"/>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a:buChar char="•"/>
              <a:defRPr sz="1800" kern="1200">
                <a:solidFill>
                  <a:srgbClr val="525252"/>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a:buChar char="•"/>
              <a:defRPr sz="1800" kern="1200">
                <a:solidFill>
                  <a:srgbClr val="525252"/>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9pPr>
          </a:lstStyle>
          <a:p>
            <a:pPr marL="0" indent="0">
              <a:buNone/>
            </a:pPr>
            <a:r>
              <a:rPr lang="en-US" altLang="en-US" sz="2200" b="1" dirty="0"/>
              <a:t>Data Collection</a:t>
            </a:r>
            <a:endParaRPr lang="en-US" altLang="en-US" sz="2200" b="1" dirty="0"/>
          </a:p>
          <a:p>
            <a:pPr>
              <a:buFont typeface="Wingdings" panose="05000000000000000000" charset="0"/>
              <a:buChar char="v"/>
            </a:pPr>
            <a:r>
              <a:rPr lang="en-US" altLang="en-US" sz="2200" dirty="0"/>
              <a:t>Retrieved API data using Python.</a:t>
            </a:r>
            <a:endParaRPr lang="en-US" altLang="en-US" sz="2200" dirty="0"/>
          </a:p>
          <a:p>
            <a:pPr>
              <a:buFont typeface="Wingdings" panose="05000000000000000000" charset="0"/>
              <a:buChar char="v"/>
            </a:pPr>
            <a:r>
              <a:rPr lang="en-US" altLang="en-US" sz="2200" dirty="0"/>
              <a:t>Imported datasets into pandas.</a:t>
            </a:r>
            <a:endParaRPr lang="en-US" altLang="en-US" sz="2200" dirty="0"/>
          </a:p>
          <a:p>
            <a:pPr>
              <a:buFont typeface="Wingdings" panose="05000000000000000000" charset="0"/>
              <a:buChar char="v"/>
            </a:pPr>
            <a:r>
              <a:rPr lang="en-US" altLang="en-US" sz="2200" dirty="0"/>
              <a:t>Automated job count extraction functions.</a:t>
            </a:r>
            <a:endParaRPr lang="en-US" altLang="en-US" sz="2200" dirty="0"/>
          </a:p>
          <a:p>
            <a:pPr>
              <a:buFont typeface="Wingdings" panose="05000000000000000000" charset="0"/>
              <a:buChar char="v"/>
            </a:pPr>
            <a:r>
              <a:rPr lang="en-US" altLang="en-US" sz="2200" dirty="0"/>
              <a:t>Stored datasets for reproducibility.</a:t>
            </a:r>
            <a:endParaRPr lang="en-US" altLang="en-US" sz="2200" dirty="0"/>
          </a:p>
          <a:p>
            <a:pPr marL="0" indent="0">
              <a:buNone/>
            </a:pPr>
            <a:endParaRPr lang="en-US" altLang="en-US" sz="2200" dirty="0"/>
          </a:p>
          <a:p>
            <a:pPr marL="0" indent="0">
              <a:buNone/>
            </a:pPr>
            <a:r>
              <a:rPr lang="en-US" altLang="en-US" sz="2200" b="1" dirty="0"/>
              <a:t>Sub Points</a:t>
            </a:r>
            <a:endParaRPr lang="en-US" altLang="en-US" sz="2200" b="1" dirty="0"/>
          </a:p>
          <a:p>
            <a:pPr>
              <a:buFont typeface="Wingdings" panose="05000000000000000000" charset="0"/>
              <a:buChar char="v"/>
            </a:pPr>
            <a:r>
              <a:rPr lang="en-US" altLang="en-US" sz="2200" dirty="0"/>
              <a:t>Programmatic extraction</a:t>
            </a:r>
            <a:endParaRPr lang="en-US" altLang="en-US" sz="2200" dirty="0"/>
          </a:p>
          <a:p>
            <a:pPr>
              <a:buFont typeface="Wingdings" panose="05000000000000000000" charset="0"/>
              <a:buChar char="v"/>
            </a:pPr>
            <a:r>
              <a:rPr lang="en-US" altLang="en-US" sz="2200" dirty="0"/>
              <a:t>Export to Excel</a:t>
            </a:r>
            <a:endParaRPr lang="en-US" altLang="en-US" sz="2200" dirty="0"/>
          </a:p>
        </p:txBody>
      </p:sp>
      <p:pic>
        <p:nvPicPr>
          <p:cNvPr id="4" name="Picture 3"/>
          <p:cNvPicPr>
            <a:picLocks noChangeAspect="1"/>
          </p:cNvPicPr>
          <p:nvPr/>
        </p:nvPicPr>
        <p:blipFill>
          <a:blip r:embed="rId1"/>
          <a:stretch>
            <a:fillRect/>
          </a:stretch>
        </p:blipFill>
        <p:spPr>
          <a:xfrm>
            <a:off x="979655" y="1831709"/>
            <a:ext cx="3194581" cy="3194581"/>
          </a:xfrm>
          <a:prstGeom prst="rect">
            <a:avLst/>
          </a:prstGeom>
        </p:spPr>
      </p:pic>
    </p:spTree>
    <p:custDataLst>
      <p:tags r:id="rId2"/>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82053" y="681037"/>
            <a:ext cx="10571747" cy="685799"/>
          </a:xfrm>
        </p:spPr>
        <p:txBody>
          <a:bodyPr anchor="ctr">
            <a:normAutofit/>
          </a:bodyPr>
          <a:lstStyle/>
          <a:p>
            <a:r>
              <a:rPr lang="en-US" dirty="0"/>
              <a:t>METHODOLOGY</a:t>
            </a:r>
            <a:endParaRPr lang="en-US" dirty="0"/>
          </a:p>
        </p:txBody>
      </p:sp>
      <p:sp>
        <p:nvSpPr>
          <p:cNvPr id="3" name="Content Placeholder 2"/>
          <p:cNvSpPr txBox="1"/>
          <p:nvPr/>
        </p:nvSpPr>
        <p:spPr>
          <a:xfrm>
            <a:off x="4285075" y="1680153"/>
            <a:ext cx="7068725" cy="4351338"/>
          </a:xfrm>
          <a:prstGeom prst="rect">
            <a:avLst/>
          </a:prstGeom>
        </p:spPr>
        <p:txBody>
          <a:bodyPr vert="horz" lIns="91440" tIns="45720" rIns="91440" bIns="45720" rtlCol="0">
            <a:normAutofit lnSpcReduction="20000"/>
          </a:bodyPr>
          <a:lstStyle>
            <a:lvl1pPr marL="228600" indent="-228600" algn="l" defTabSz="914400" rtl="0" eaLnBrk="1" latinLnBrk="0" hangingPunct="1">
              <a:lnSpc>
                <a:spcPct val="90000"/>
              </a:lnSpc>
              <a:spcBef>
                <a:spcPts val="1000"/>
              </a:spcBef>
              <a:buFont typeface="Arial" panose="020B0604020202020204"/>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a:buChar char="•"/>
              <a:defRPr sz="1800" kern="1200">
                <a:solidFill>
                  <a:srgbClr val="525252"/>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a:buChar char="•"/>
              <a:defRPr sz="1800" kern="1200">
                <a:solidFill>
                  <a:srgbClr val="525252"/>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9pPr>
          </a:lstStyle>
          <a:p>
            <a:pPr marL="0" indent="0">
              <a:buNone/>
            </a:pPr>
            <a:r>
              <a:rPr lang="en-US" altLang="en-US" sz="2200" b="1" dirty="0"/>
              <a:t>Data Wrangling</a:t>
            </a:r>
            <a:endParaRPr lang="en-US" altLang="en-US" sz="2200" b="1" dirty="0"/>
          </a:p>
          <a:p>
            <a:pPr>
              <a:buFont typeface="Wingdings" panose="05000000000000000000" charset="0"/>
              <a:buChar char="v"/>
            </a:pPr>
            <a:r>
              <a:rPr lang="en-US" altLang="en-US" sz="2200" dirty="0"/>
              <a:t>Cleaned missing and inconsistent data.</a:t>
            </a:r>
            <a:endParaRPr lang="en-US" altLang="en-US" sz="2200" dirty="0"/>
          </a:p>
          <a:p>
            <a:pPr>
              <a:buFont typeface="Wingdings" panose="05000000000000000000" charset="0"/>
              <a:buChar char="v"/>
            </a:pPr>
            <a:r>
              <a:rPr lang="en-US" altLang="en-US" sz="2200" dirty="0"/>
              <a:t>Transformed data types and created features.</a:t>
            </a:r>
            <a:endParaRPr lang="en-US" altLang="en-US" sz="2200" dirty="0"/>
          </a:p>
          <a:p>
            <a:pPr>
              <a:buFont typeface="Wingdings" panose="05000000000000000000" charset="0"/>
              <a:buChar char="v"/>
            </a:pPr>
            <a:r>
              <a:rPr lang="en-US" altLang="en-US" sz="2200" dirty="0"/>
              <a:t>Encoded categorical variables.</a:t>
            </a:r>
            <a:endParaRPr lang="en-US" altLang="en-US" sz="2200" dirty="0"/>
          </a:p>
          <a:p>
            <a:pPr>
              <a:buFont typeface="Wingdings" panose="05000000000000000000" charset="0"/>
              <a:buChar char="v"/>
            </a:pPr>
            <a:r>
              <a:rPr lang="en-US" altLang="en-US" sz="2200" dirty="0"/>
              <a:t>Validated data quality.</a:t>
            </a:r>
            <a:endParaRPr lang="en-US" altLang="en-US" sz="2200" dirty="0"/>
          </a:p>
          <a:p>
            <a:pPr marL="0" indent="0">
              <a:buNone/>
            </a:pPr>
            <a:endParaRPr lang="en-US" altLang="en-US" sz="2200" dirty="0"/>
          </a:p>
          <a:p>
            <a:pPr marL="0" indent="0">
              <a:buNone/>
            </a:pPr>
            <a:r>
              <a:rPr lang="en-US" altLang="en-US" sz="2200" b="1" dirty="0"/>
              <a:t>Sub Points</a:t>
            </a:r>
            <a:endParaRPr lang="en-US" altLang="en-US" sz="2200" b="1" dirty="0"/>
          </a:p>
          <a:p>
            <a:pPr>
              <a:buFont typeface="Wingdings" panose="05000000000000000000" charset="0"/>
              <a:buChar char="v"/>
            </a:pPr>
            <a:r>
              <a:rPr lang="en-US" altLang="en-US" sz="2200" dirty="0"/>
              <a:t>Outlier handling</a:t>
            </a:r>
            <a:endParaRPr lang="en-US" altLang="en-US" sz="2200" dirty="0"/>
          </a:p>
          <a:p>
            <a:pPr>
              <a:buFont typeface="Wingdings" panose="05000000000000000000" charset="0"/>
              <a:buChar char="v"/>
            </a:pPr>
            <a:r>
              <a:rPr lang="en-US" altLang="en-US" sz="2200" dirty="0"/>
              <a:t>Prepared analysis-ready dataset</a:t>
            </a:r>
            <a:endParaRPr lang="en-US" altLang="en-US" sz="2200" dirty="0"/>
          </a:p>
        </p:txBody>
      </p:sp>
      <p:pic>
        <p:nvPicPr>
          <p:cNvPr id="4" name="Picture 3"/>
          <p:cNvPicPr>
            <a:picLocks noChangeAspect="1"/>
          </p:cNvPicPr>
          <p:nvPr/>
        </p:nvPicPr>
        <p:blipFill>
          <a:blip r:embed="rId1"/>
          <a:stretch>
            <a:fillRect/>
          </a:stretch>
        </p:blipFill>
        <p:spPr>
          <a:xfrm>
            <a:off x="979655" y="1831709"/>
            <a:ext cx="3194581" cy="3194581"/>
          </a:xfrm>
          <a:prstGeom prst="rect">
            <a:avLst/>
          </a:prstGeom>
        </p:spPr>
      </p:pic>
    </p:spTree>
    <p:custDataLst>
      <p:tags r:id="rId2"/>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82053" y="398033"/>
            <a:ext cx="10571747" cy="1091735"/>
          </a:xfrm>
        </p:spPr>
        <p:txBody>
          <a:bodyPr anchor="ctr">
            <a:normAutofit/>
          </a:bodyPr>
          <a:lstStyle/>
          <a:p>
            <a:pPr algn="ctr"/>
            <a:r>
              <a:rPr lang="en-US" dirty="0"/>
              <a:t>Results</a:t>
            </a:r>
            <a:endParaRPr lang="en-US" dirty="0"/>
          </a:p>
        </p:txBody>
      </p:sp>
      <p:sp>
        <p:nvSpPr>
          <p:cNvPr id="3" name="Content Placeholder 2"/>
          <p:cNvSpPr txBox="1"/>
          <p:nvPr/>
        </p:nvSpPr>
        <p:spPr>
          <a:xfrm>
            <a:off x="4285075" y="1680153"/>
            <a:ext cx="7068725"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a:buChar char="•"/>
              <a:defRPr sz="1800" kern="1200">
                <a:solidFill>
                  <a:srgbClr val="525252"/>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a:buChar char="•"/>
              <a:defRPr sz="1800" kern="1200">
                <a:solidFill>
                  <a:srgbClr val="525252"/>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9pPr>
          </a:lstStyle>
          <a:p>
            <a:pPr marL="0" indent="0">
              <a:buNone/>
            </a:pPr>
            <a:endParaRPr lang="en-US" sz="2200" dirty="0"/>
          </a:p>
        </p:txBody>
      </p:sp>
      <p:pic>
        <p:nvPicPr>
          <p:cNvPr id="6" name="Graphic 5" descr="Presentation with pie chart with solid fill"/>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821123" y="2101175"/>
            <a:ext cx="2972979" cy="2972979"/>
          </a:xfrm>
          <a:prstGeom prst="rect">
            <a:avLst/>
          </a:prstGeom>
        </p:spPr>
      </p:pic>
    </p:spTree>
    <p:custDataLst>
      <p:tags r:id="rId3"/>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p:cNvSpPr>
            <a:spLocks noGrp="1"/>
          </p:cNvSpPr>
          <p:nvPr>
            <p:ph type="title"/>
          </p:nvPr>
        </p:nvSpPr>
        <p:spPr>
          <a:xfrm>
            <a:off x="633845" y="383051"/>
            <a:ext cx="5833456" cy="1325563"/>
          </a:xfrm>
        </p:spPr>
        <p:txBody>
          <a:bodyPr anchor="ctr">
            <a:normAutofit/>
          </a:bodyPr>
          <a:lstStyle/>
          <a:p>
            <a:r>
              <a:rPr lang="en-US" dirty="0"/>
              <a:t> JOB POSTINGS</a:t>
            </a:r>
            <a:endParaRPr lang="en-US" dirty="0"/>
          </a:p>
        </p:txBody>
      </p:sp>
      <p:sp>
        <p:nvSpPr>
          <p:cNvPr id="10" name="Content Placeholder 2"/>
          <p:cNvSpPr txBox="1"/>
          <p:nvPr/>
        </p:nvSpPr>
        <p:spPr>
          <a:xfrm>
            <a:off x="914400" y="1554480"/>
            <a:ext cx="10489565" cy="349948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a:buChar char="•"/>
              <a:defRPr sz="1800" kern="1200">
                <a:solidFill>
                  <a:srgbClr val="525252"/>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a:buChar char="•"/>
              <a:defRPr sz="1800" kern="1200">
                <a:solidFill>
                  <a:srgbClr val="525252"/>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9pPr>
          </a:lstStyle>
          <a:p>
            <a:pPr marL="0" indent="0">
              <a:buFont typeface="Arial" panose="020B0604020202020204"/>
              <a:buNone/>
            </a:pPr>
            <a:endParaRPr lang="en-US" sz="2200" dirty="0"/>
          </a:p>
        </p:txBody>
      </p:sp>
      <p:pic>
        <p:nvPicPr>
          <p:cNvPr id="2" name="Picture 1" descr="job_postings_vs_programming_language"/>
          <p:cNvPicPr>
            <a:picLocks noChangeAspect="1"/>
          </p:cNvPicPr>
          <p:nvPr/>
        </p:nvPicPr>
        <p:blipFill>
          <a:blip r:embed="rId1"/>
          <a:stretch>
            <a:fillRect/>
          </a:stretch>
        </p:blipFill>
        <p:spPr>
          <a:xfrm>
            <a:off x="2416175" y="1554480"/>
            <a:ext cx="7813040" cy="4756785"/>
          </a:xfrm>
          <a:prstGeom prst="rect">
            <a:avLst/>
          </a:prstGeom>
        </p:spPr>
      </p:pic>
    </p:spTree>
    <p:custDataLst>
      <p:tags r:id="rId2"/>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758536" y="383051"/>
            <a:ext cx="5708765" cy="1325563"/>
          </a:xfrm>
        </p:spPr>
        <p:txBody>
          <a:bodyPr anchor="ctr">
            <a:normAutofit/>
          </a:bodyPr>
          <a:lstStyle/>
          <a:p>
            <a:r>
              <a:rPr lang="en-US" dirty="0"/>
              <a:t>POPULAR LANGUAGES</a:t>
            </a:r>
            <a:endParaRPr lang="en-US" dirty="0"/>
          </a:p>
        </p:txBody>
      </p:sp>
      <p:sp>
        <p:nvSpPr>
          <p:cNvPr id="7" name="Content Placeholder 2"/>
          <p:cNvSpPr txBox="1"/>
          <p:nvPr/>
        </p:nvSpPr>
        <p:spPr>
          <a:xfrm>
            <a:off x="878305" y="2191385"/>
            <a:ext cx="10525371" cy="286275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a:buChar char="•"/>
              <a:defRPr sz="1800" kern="1200">
                <a:solidFill>
                  <a:srgbClr val="525252"/>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a:buChar char="•"/>
              <a:defRPr sz="1800" kern="1200">
                <a:solidFill>
                  <a:srgbClr val="525252"/>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9pPr>
          </a:lstStyle>
          <a:p>
            <a:pPr marL="0" indent="0">
              <a:buFont typeface="Arial" panose="020B0604020202020204"/>
              <a:buNone/>
            </a:pPr>
            <a:endParaRPr lang="en-US" sz="2200" dirty="0"/>
          </a:p>
        </p:txBody>
      </p:sp>
      <p:pic>
        <p:nvPicPr>
          <p:cNvPr id="2" name="Picture 1" descr="salary_vs_programming_language"/>
          <p:cNvPicPr>
            <a:picLocks noChangeAspect="1"/>
          </p:cNvPicPr>
          <p:nvPr/>
        </p:nvPicPr>
        <p:blipFill>
          <a:blip r:embed="rId1"/>
          <a:stretch>
            <a:fillRect/>
          </a:stretch>
        </p:blipFill>
        <p:spPr>
          <a:xfrm>
            <a:off x="2903220" y="1708785"/>
            <a:ext cx="6535420" cy="4698365"/>
          </a:xfrm>
          <a:prstGeom prst="rect">
            <a:avLst/>
          </a:prstGeom>
        </p:spPr>
      </p:pic>
    </p:spTree>
    <p:custDataLst>
      <p:tags r:id="rId2"/>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a:spLocks noGrp="1"/>
          </p:cNvSpPr>
          <p:nvPr>
            <p:ph type="title"/>
          </p:nvPr>
        </p:nvSpPr>
        <p:spPr/>
        <p:txBody>
          <a:bodyPr/>
          <a:lstStyle/>
          <a:p>
            <a:r>
              <a:rPr lang="en-US" dirty="0"/>
              <a:t>PROGRAMMING LANGUAGE TRENDS</a:t>
            </a:r>
            <a:endParaRPr lang="en-US" dirty="0"/>
          </a:p>
        </p:txBody>
      </p:sp>
      <p:sp>
        <p:nvSpPr>
          <p:cNvPr id="8" name="Content Placeholder 2"/>
          <p:cNvSpPr>
            <a:spLocks noGrp="1"/>
          </p:cNvSpPr>
          <p:nvPr>
            <p:ph sz="half" idx="1"/>
          </p:nvPr>
        </p:nvSpPr>
        <p:spPr>
          <a:xfrm>
            <a:off x="924305" y="2063170"/>
            <a:ext cx="2228642" cy="501939"/>
          </a:xfrm>
        </p:spPr>
        <p:txBody>
          <a:bodyPr/>
          <a:lstStyle/>
          <a:p>
            <a:pPr marL="0" indent="0">
              <a:buNone/>
            </a:pPr>
            <a:r>
              <a:rPr lang="en-US" dirty="0"/>
              <a:t>Current Year</a:t>
            </a:r>
            <a:endParaRPr lang="en-US" dirty="0"/>
          </a:p>
        </p:txBody>
      </p:sp>
      <p:sp>
        <p:nvSpPr>
          <p:cNvPr id="9" name="Content Placeholder 3"/>
          <p:cNvSpPr>
            <a:spLocks noGrp="1"/>
          </p:cNvSpPr>
          <p:nvPr>
            <p:ph sz="half" idx="2"/>
          </p:nvPr>
        </p:nvSpPr>
        <p:spPr>
          <a:xfrm>
            <a:off x="6172200" y="2063170"/>
            <a:ext cx="1758142" cy="501939"/>
          </a:xfrm>
        </p:spPr>
        <p:txBody>
          <a:bodyPr/>
          <a:lstStyle/>
          <a:p>
            <a:pPr marL="0" indent="0">
              <a:buNone/>
            </a:pPr>
            <a:r>
              <a:rPr lang="en-US" dirty="0"/>
              <a:t>Next Year</a:t>
            </a:r>
            <a:endParaRPr lang="en-US" dirty="0"/>
          </a:p>
        </p:txBody>
      </p:sp>
      <p:sp>
        <p:nvSpPr>
          <p:cNvPr id="10" name="Content Placeholder 2"/>
          <p:cNvSpPr txBox="1"/>
          <p:nvPr/>
        </p:nvSpPr>
        <p:spPr>
          <a:xfrm>
            <a:off x="845473" y="2605804"/>
            <a:ext cx="4614949" cy="367030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panose="020B0604020202020204"/>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panose="020B0604020202020204"/>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panose="020B0604020202020204"/>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panose="020B0604020202020204"/>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9pPr>
          </a:lstStyle>
          <a:p>
            <a:pPr marL="0" indent="0">
              <a:buNone/>
            </a:pPr>
            <a:endParaRPr lang="en-US" sz="2200" dirty="0">
              <a:solidFill>
                <a:schemeClr val="tx1"/>
              </a:solidFill>
            </a:endParaRPr>
          </a:p>
        </p:txBody>
      </p:sp>
      <p:sp>
        <p:nvSpPr>
          <p:cNvPr id="11" name="Content Placeholder 2"/>
          <p:cNvSpPr txBox="1"/>
          <p:nvPr/>
        </p:nvSpPr>
        <p:spPr>
          <a:xfrm>
            <a:off x="6172200" y="2605804"/>
            <a:ext cx="4614949" cy="367030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panose="020B0604020202020204"/>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panose="020B0604020202020204"/>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panose="020B0604020202020204"/>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panose="020B0604020202020204"/>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9pPr>
          </a:lstStyle>
          <a:p>
            <a:pPr marL="0" indent="0">
              <a:buNone/>
            </a:pPr>
            <a:endParaRPr lang="en-US" sz="2200" dirty="0">
              <a:solidFill>
                <a:schemeClr val="tx1"/>
              </a:solidFill>
            </a:endParaRPr>
          </a:p>
        </p:txBody>
      </p:sp>
      <p:pic>
        <p:nvPicPr>
          <p:cNvPr id="2" name="Picture 1" descr="Code_Generated_Image"/>
          <p:cNvPicPr>
            <a:picLocks noChangeAspect="1"/>
          </p:cNvPicPr>
          <p:nvPr/>
        </p:nvPicPr>
        <p:blipFill>
          <a:blip r:embed="rId1"/>
          <a:stretch>
            <a:fillRect/>
          </a:stretch>
        </p:blipFill>
        <p:spPr>
          <a:xfrm>
            <a:off x="438150" y="2564765"/>
            <a:ext cx="5378450" cy="3923030"/>
          </a:xfrm>
          <a:prstGeom prst="rect">
            <a:avLst/>
          </a:prstGeom>
        </p:spPr>
      </p:pic>
      <p:pic>
        <p:nvPicPr>
          <p:cNvPr id="4" name="Picture 3" descr="Code_Generated_Image (1)"/>
          <p:cNvPicPr>
            <a:picLocks noChangeAspect="1"/>
          </p:cNvPicPr>
          <p:nvPr/>
        </p:nvPicPr>
        <p:blipFill>
          <a:blip r:embed="rId2"/>
          <a:stretch>
            <a:fillRect/>
          </a:stretch>
        </p:blipFill>
        <p:spPr>
          <a:xfrm>
            <a:off x="6035040" y="2606040"/>
            <a:ext cx="5600065" cy="3663950"/>
          </a:xfrm>
          <a:prstGeom prst="rect">
            <a:avLst/>
          </a:prstGeom>
        </p:spPr>
      </p:pic>
    </p:spTree>
    <p:custDataLst>
      <p:tags r:id="rId3"/>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3065" y="218209"/>
            <a:ext cx="11471562" cy="1330037"/>
          </a:xfrm>
        </p:spPr>
        <p:txBody>
          <a:bodyPr>
            <a:noAutofit/>
          </a:bodyPr>
          <a:lstStyle/>
          <a:p>
            <a:r>
              <a:rPr lang="en-US" dirty="0"/>
              <a:t>PROGRAMMING LANGUAGE TRENDS - FINDINGS &amp; IMPLICATIONS</a:t>
            </a:r>
            <a:endParaRPr lang="en-US" dirty="0"/>
          </a:p>
        </p:txBody>
      </p:sp>
      <p:pic>
        <p:nvPicPr>
          <p:cNvPr id="5" name="Content Placeholder 4" descr="Screenshot (61)"/>
          <p:cNvPicPr>
            <a:picLocks noChangeAspect="1"/>
          </p:cNvPicPr>
          <p:nvPr>
            <p:ph sz="half" idx="1"/>
          </p:nvPr>
        </p:nvPicPr>
        <p:blipFill>
          <a:blip r:embed="rId1"/>
          <a:stretch>
            <a:fillRect/>
          </a:stretch>
        </p:blipFill>
        <p:spPr>
          <a:xfrm>
            <a:off x="3300095" y="1734185"/>
            <a:ext cx="6322060" cy="4351655"/>
          </a:xfrm>
          <a:prstGeom prst="rect">
            <a:avLst/>
          </a:prstGeom>
        </p:spPr>
      </p:pic>
    </p:spTree>
    <p:custDataLst>
      <p:tags r:id="rId2"/>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2584" y="428768"/>
            <a:ext cx="10515600" cy="1325563"/>
          </a:xfrm>
        </p:spPr>
        <p:txBody>
          <a:bodyPr/>
          <a:lstStyle/>
          <a:p>
            <a:r>
              <a:rPr lang="en-US" dirty="0"/>
              <a:t>DATABASE TRENDS</a:t>
            </a:r>
            <a:endParaRPr lang="en-US" dirty="0"/>
          </a:p>
        </p:txBody>
      </p:sp>
      <p:sp>
        <p:nvSpPr>
          <p:cNvPr id="3" name="Content Placeholder 2"/>
          <p:cNvSpPr>
            <a:spLocks noGrp="1"/>
          </p:cNvSpPr>
          <p:nvPr>
            <p:ph sz="half" idx="1"/>
          </p:nvPr>
        </p:nvSpPr>
        <p:spPr>
          <a:xfrm>
            <a:off x="813816" y="2065128"/>
            <a:ext cx="2228642" cy="501939"/>
          </a:xfrm>
        </p:spPr>
        <p:txBody>
          <a:bodyPr/>
          <a:lstStyle/>
          <a:p>
            <a:pPr marL="0" indent="0">
              <a:buNone/>
            </a:pPr>
            <a:r>
              <a:rPr lang="en-US" dirty="0"/>
              <a:t>Current Year</a:t>
            </a:r>
            <a:endParaRPr lang="en-US" dirty="0"/>
          </a:p>
        </p:txBody>
      </p:sp>
      <p:sp>
        <p:nvSpPr>
          <p:cNvPr id="4" name="Content Placeholder 3"/>
          <p:cNvSpPr>
            <a:spLocks noGrp="1"/>
          </p:cNvSpPr>
          <p:nvPr>
            <p:ph sz="half" idx="2"/>
          </p:nvPr>
        </p:nvSpPr>
        <p:spPr>
          <a:xfrm>
            <a:off x="7930515" y="2065127"/>
            <a:ext cx="1758142" cy="501939"/>
          </a:xfrm>
        </p:spPr>
        <p:txBody>
          <a:bodyPr/>
          <a:lstStyle/>
          <a:p>
            <a:pPr marL="0" indent="0">
              <a:buNone/>
            </a:pPr>
            <a:r>
              <a:rPr lang="en-US" dirty="0"/>
              <a:t>Next Year</a:t>
            </a:r>
            <a:endParaRPr lang="en-US" dirty="0"/>
          </a:p>
        </p:txBody>
      </p:sp>
      <p:sp>
        <p:nvSpPr>
          <p:cNvPr id="5" name="Content Placeholder 2"/>
          <p:cNvSpPr txBox="1"/>
          <p:nvPr/>
        </p:nvSpPr>
        <p:spPr>
          <a:xfrm>
            <a:off x="813816" y="2758931"/>
            <a:ext cx="4614949" cy="367030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panose="020B0604020202020204"/>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panose="020B0604020202020204"/>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panose="020B0604020202020204"/>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panose="020B0604020202020204"/>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9pPr>
          </a:lstStyle>
          <a:p>
            <a:pPr marL="0" indent="0">
              <a:buNone/>
            </a:pPr>
            <a:endParaRPr lang="en-US" sz="2200" dirty="0">
              <a:solidFill>
                <a:schemeClr val="tx1"/>
              </a:solidFill>
            </a:endParaRPr>
          </a:p>
        </p:txBody>
      </p:sp>
      <p:sp>
        <p:nvSpPr>
          <p:cNvPr id="6" name="Content Placeholder 2"/>
          <p:cNvSpPr txBox="1"/>
          <p:nvPr/>
        </p:nvSpPr>
        <p:spPr>
          <a:xfrm>
            <a:off x="6172200" y="2695286"/>
            <a:ext cx="4614949" cy="367030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panose="020B0604020202020204"/>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panose="020B0604020202020204"/>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panose="020B0604020202020204"/>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panose="020B0604020202020204"/>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9pPr>
          </a:lstStyle>
          <a:p>
            <a:pPr marL="0" indent="0">
              <a:buNone/>
            </a:pPr>
            <a:endParaRPr lang="en-US" sz="2200" dirty="0">
              <a:solidFill>
                <a:schemeClr val="tx1"/>
              </a:solidFill>
            </a:endParaRPr>
          </a:p>
        </p:txBody>
      </p:sp>
      <p:pic>
        <p:nvPicPr>
          <p:cNvPr id="8" name="Picture 7" descr="Code_Generated_Image (2)"/>
          <p:cNvPicPr>
            <a:picLocks noChangeAspect="1"/>
          </p:cNvPicPr>
          <p:nvPr/>
        </p:nvPicPr>
        <p:blipFill>
          <a:blip r:embed="rId1"/>
          <a:stretch>
            <a:fillRect/>
          </a:stretch>
        </p:blipFill>
        <p:spPr>
          <a:xfrm>
            <a:off x="330835" y="2567305"/>
            <a:ext cx="5581015" cy="3667125"/>
          </a:xfrm>
          <a:prstGeom prst="rect">
            <a:avLst/>
          </a:prstGeom>
        </p:spPr>
      </p:pic>
      <p:pic>
        <p:nvPicPr>
          <p:cNvPr id="9" name="Picture 8" descr="Code_Generated_Image (3)"/>
          <p:cNvPicPr>
            <a:picLocks noChangeAspect="1"/>
          </p:cNvPicPr>
          <p:nvPr/>
        </p:nvPicPr>
        <p:blipFill>
          <a:blip r:embed="rId2"/>
          <a:stretch>
            <a:fillRect/>
          </a:stretch>
        </p:blipFill>
        <p:spPr>
          <a:xfrm>
            <a:off x="6379845" y="2567940"/>
            <a:ext cx="5453380" cy="3666490"/>
          </a:xfrm>
          <a:prstGeom prst="rect">
            <a:avLst/>
          </a:prstGeom>
        </p:spPr>
      </p:pic>
    </p:spTree>
    <p:custDataLst>
      <p:tags r:id="rId3"/>
    </p:custData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34786" y="572944"/>
            <a:ext cx="11457214" cy="975302"/>
          </a:xfrm>
        </p:spPr>
        <p:txBody>
          <a:bodyPr>
            <a:normAutofit fontScale="90000"/>
          </a:bodyPr>
          <a:lstStyle/>
          <a:p>
            <a:r>
              <a:rPr lang="en-US" dirty="0"/>
              <a:t>DATABASE TRENDS - FINDINGS &amp; IMPLICATIONS</a:t>
            </a:r>
            <a:endParaRPr lang="en-US" dirty="0"/>
          </a:p>
        </p:txBody>
      </p:sp>
      <p:pic>
        <p:nvPicPr>
          <p:cNvPr id="6" name="Content Placeholder 5" descr="Screenshot 2026-02-24 214222"/>
          <p:cNvPicPr>
            <a:picLocks noChangeAspect="1"/>
          </p:cNvPicPr>
          <p:nvPr>
            <p:ph sz="half" idx="1"/>
          </p:nvPr>
        </p:nvPicPr>
        <p:blipFill>
          <a:blip r:embed="rId1"/>
          <a:stretch>
            <a:fillRect/>
          </a:stretch>
        </p:blipFill>
        <p:spPr>
          <a:xfrm>
            <a:off x="3053715" y="1696720"/>
            <a:ext cx="6000750" cy="4274185"/>
          </a:xfrm>
          <a:prstGeom prst="rect">
            <a:avLst/>
          </a:prstGeom>
        </p:spPr>
      </p:pic>
    </p:spTree>
    <p:custDataLst>
      <p:tags r:id="rId2"/>
    </p:custData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normAutofit/>
          </a:bodyPr>
          <a:lstStyle/>
          <a:p>
            <a:r>
              <a:rPr lang="en-US" dirty="0"/>
              <a:t>DASHBOARD</a:t>
            </a:r>
            <a:endParaRPr lang="en-US" dirty="0"/>
          </a:p>
        </p:txBody>
      </p:sp>
      <p:pic>
        <p:nvPicPr>
          <p:cNvPr id="4" name="Picture 3"/>
          <p:cNvPicPr>
            <a:picLocks noChangeAspect="1"/>
          </p:cNvPicPr>
          <p:nvPr/>
        </p:nvPicPr>
        <p:blipFill>
          <a:blip r:embed="rId1"/>
          <a:stretch>
            <a:fillRect/>
          </a:stretch>
        </p:blipFill>
        <p:spPr>
          <a:xfrm>
            <a:off x="4233425" y="1901819"/>
            <a:ext cx="3054361" cy="3054361"/>
          </a:xfrm>
          <a:prstGeom prst="rect">
            <a:avLst/>
          </a:prstGeom>
        </p:spPr>
      </p:pic>
    </p:spTree>
    <p:custDataLst>
      <p:tags r:id="rId2"/>
    </p:custData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6582" y="365125"/>
            <a:ext cx="11087100" cy="985693"/>
          </a:xfrm>
        </p:spPr>
        <p:txBody>
          <a:bodyPr anchor="ctr">
            <a:noAutofit/>
          </a:bodyPr>
          <a:lstStyle/>
          <a:p>
            <a:r>
              <a:rPr lang="en-US" dirty="0"/>
              <a:t>Current Technology Usage</a:t>
            </a:r>
            <a:endParaRPr lang="en-US" dirty="0"/>
          </a:p>
        </p:txBody>
      </p:sp>
      <p:sp>
        <p:nvSpPr>
          <p:cNvPr id="3" name="Content Placeholder 2"/>
          <p:cNvSpPr>
            <a:spLocks noGrp="1"/>
          </p:cNvSpPr>
          <p:nvPr>
            <p:ph sz="half" idx="1"/>
          </p:nvPr>
        </p:nvSpPr>
        <p:spPr>
          <a:xfrm>
            <a:off x="838200" y="1690688"/>
            <a:ext cx="10515600" cy="4351338"/>
          </a:xfrm>
        </p:spPr>
        <p:txBody>
          <a:bodyPr/>
          <a:lstStyle/>
          <a:p>
            <a:pPr marL="0" indent="0">
              <a:buNone/>
            </a:pPr>
            <a:endParaRPr lang="en-US" dirty="0"/>
          </a:p>
          <a:p>
            <a:pPr marL="0" indent="0">
              <a:buNone/>
            </a:pPr>
            <a:endParaRPr lang="en-US" dirty="0"/>
          </a:p>
        </p:txBody>
      </p:sp>
      <p:pic>
        <p:nvPicPr>
          <p:cNvPr id="4" name="Picture 3" descr="Code_Generated_Image (4)"/>
          <p:cNvPicPr>
            <a:picLocks noChangeAspect="1"/>
          </p:cNvPicPr>
          <p:nvPr/>
        </p:nvPicPr>
        <p:blipFill>
          <a:blip r:embed="rId1"/>
          <a:stretch>
            <a:fillRect/>
          </a:stretch>
        </p:blipFill>
        <p:spPr>
          <a:xfrm>
            <a:off x="956310" y="1506855"/>
            <a:ext cx="9759950" cy="4659630"/>
          </a:xfrm>
          <a:prstGeom prst="rect">
            <a:avLst/>
          </a:prstGeom>
        </p:spPr>
      </p:pic>
    </p:spTree>
    <p:custDataLst>
      <p:tags r:id="rId2"/>
    </p:custData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7364" y="531380"/>
            <a:ext cx="11055926" cy="1016866"/>
          </a:xfrm>
        </p:spPr>
        <p:txBody>
          <a:bodyPr anchor="ctr">
            <a:normAutofit/>
          </a:bodyPr>
          <a:lstStyle/>
          <a:p>
            <a:r>
              <a:rPr lang="en-US" dirty="0"/>
              <a:t>Future Technology Trends</a:t>
            </a:r>
            <a:endParaRPr lang="en-US" dirty="0"/>
          </a:p>
        </p:txBody>
      </p:sp>
      <p:sp>
        <p:nvSpPr>
          <p:cNvPr id="3" name="Content Placeholder 2"/>
          <p:cNvSpPr>
            <a:spLocks noGrp="1"/>
          </p:cNvSpPr>
          <p:nvPr>
            <p:ph sz="half" idx="1"/>
          </p:nvPr>
        </p:nvSpPr>
        <p:spPr>
          <a:xfrm>
            <a:off x="838200" y="1690688"/>
            <a:ext cx="10515600" cy="4351338"/>
          </a:xfrm>
        </p:spPr>
        <p:txBody>
          <a:bodyPr/>
          <a:lstStyle/>
          <a:p>
            <a:pPr marL="0" indent="0">
              <a:buNone/>
            </a:pPr>
            <a:endParaRPr lang="en-US" dirty="0"/>
          </a:p>
          <a:p>
            <a:pPr marL="0" indent="0">
              <a:buNone/>
            </a:pPr>
            <a:endParaRPr lang="en-US" dirty="0"/>
          </a:p>
        </p:txBody>
      </p:sp>
      <p:pic>
        <p:nvPicPr>
          <p:cNvPr id="4" name="Picture 3" descr="Code_Generated_Image (5)"/>
          <p:cNvPicPr>
            <a:picLocks noChangeAspect="1"/>
          </p:cNvPicPr>
          <p:nvPr/>
        </p:nvPicPr>
        <p:blipFill>
          <a:blip r:embed="rId1"/>
          <a:stretch>
            <a:fillRect/>
          </a:stretch>
        </p:blipFill>
        <p:spPr>
          <a:xfrm>
            <a:off x="838200" y="1548130"/>
            <a:ext cx="10515600" cy="4733925"/>
          </a:xfrm>
          <a:prstGeom prst="rect">
            <a:avLst/>
          </a:prstGeom>
        </p:spPr>
      </p:pic>
    </p:spTree>
    <p:custDataLst>
      <p:tags r:id="rId2"/>
    </p:custData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normAutofit/>
          </a:bodyPr>
          <a:lstStyle/>
          <a:p>
            <a:r>
              <a:rPr lang="en-US" dirty="0"/>
              <a:t>Demographics</a:t>
            </a:r>
            <a:endParaRPr lang="en-US" dirty="0"/>
          </a:p>
        </p:txBody>
      </p:sp>
      <p:sp>
        <p:nvSpPr>
          <p:cNvPr id="3" name="Content Placeholder 2"/>
          <p:cNvSpPr>
            <a:spLocks noGrp="1"/>
          </p:cNvSpPr>
          <p:nvPr>
            <p:ph sz="half" idx="1"/>
          </p:nvPr>
        </p:nvSpPr>
        <p:spPr>
          <a:xfrm>
            <a:off x="838200" y="1690688"/>
            <a:ext cx="10515600" cy="4351338"/>
          </a:xfrm>
        </p:spPr>
        <p:txBody>
          <a:bodyPr/>
          <a:lstStyle/>
          <a:p>
            <a:pPr marL="0" indent="0">
              <a:buNone/>
            </a:pPr>
            <a:endParaRPr lang="en-US" dirty="0"/>
          </a:p>
          <a:p>
            <a:pPr marL="0" indent="0">
              <a:buNone/>
            </a:pPr>
            <a:endParaRPr lang="en-US" dirty="0"/>
          </a:p>
        </p:txBody>
      </p:sp>
      <p:pic>
        <p:nvPicPr>
          <p:cNvPr id="7" name="Picture 6" descr="Code_Generated_Image (6)"/>
          <p:cNvPicPr>
            <a:picLocks noChangeAspect="1"/>
          </p:cNvPicPr>
          <p:nvPr/>
        </p:nvPicPr>
        <p:blipFill>
          <a:blip r:embed="rId1"/>
          <a:stretch>
            <a:fillRect/>
          </a:stretch>
        </p:blipFill>
        <p:spPr>
          <a:xfrm>
            <a:off x="837565" y="1613535"/>
            <a:ext cx="10516235" cy="4683760"/>
          </a:xfrm>
          <a:prstGeom prst="rect">
            <a:avLst/>
          </a:prstGeom>
        </p:spPr>
      </p:pic>
    </p:spTree>
    <p:custDataLst>
      <p:tags r:id="rId2"/>
    </p:custData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normAutofit/>
          </a:bodyPr>
          <a:lstStyle/>
          <a:p>
            <a:r>
              <a:rPr lang="en-US" dirty="0"/>
              <a:t>Demographics</a:t>
            </a:r>
            <a:endParaRPr lang="en-US" dirty="0"/>
          </a:p>
        </p:txBody>
      </p:sp>
      <p:sp>
        <p:nvSpPr>
          <p:cNvPr id="3" name="Content Placeholder 2"/>
          <p:cNvSpPr>
            <a:spLocks noGrp="1"/>
          </p:cNvSpPr>
          <p:nvPr>
            <p:ph sz="half" idx="1"/>
          </p:nvPr>
        </p:nvSpPr>
        <p:spPr>
          <a:xfrm>
            <a:off x="838200" y="1690688"/>
            <a:ext cx="10515600" cy="4351338"/>
          </a:xfrm>
        </p:spPr>
        <p:txBody>
          <a:bodyPr/>
          <a:lstStyle/>
          <a:p>
            <a:pPr marL="0" indent="0">
              <a:buNone/>
            </a:pPr>
            <a:endParaRPr lang="en-US" dirty="0"/>
          </a:p>
          <a:p>
            <a:pPr marL="0" indent="0">
              <a:buNone/>
            </a:pPr>
            <a:endParaRPr lang="en-US" dirty="0"/>
          </a:p>
        </p:txBody>
      </p:sp>
      <p:graphicFrame>
        <p:nvGraphicFramePr>
          <p:cNvPr id="5" name="Table 4"/>
          <p:cNvGraphicFramePr/>
          <p:nvPr>
            <p:custDataLst>
              <p:tags r:id="rId1"/>
            </p:custDataLst>
          </p:nvPr>
        </p:nvGraphicFramePr>
        <p:xfrm>
          <a:off x="853440" y="1690370"/>
          <a:ext cx="10485120" cy="3844290"/>
        </p:xfrm>
        <a:graphic>
          <a:graphicData uri="http://schemas.openxmlformats.org/drawingml/2006/table">
            <a:tbl>
              <a:tblPr/>
              <a:tblGrid>
                <a:gridCol w="3495040"/>
                <a:gridCol w="3495040"/>
                <a:gridCol w="3495040"/>
              </a:tblGrid>
              <a:tr h="541655">
                <a:tc>
                  <a:txBody>
                    <a:bodyPr/>
                    <a:p>
                      <a:pPr marL="0" indent="0">
                        <a:spcBef>
                          <a:spcPct val="0"/>
                        </a:spcBef>
                        <a:spcAft>
                          <a:spcPct val="0"/>
                        </a:spcAft>
                      </a:pPr>
                      <a:r>
                        <a:rPr sz="1800">
                          <a:solidFill>
                            <a:srgbClr val="1F1F1F"/>
                          </a:solidFill>
                          <a:latin typeface="Arial Black" panose="020B0A04020102020204" charset="0"/>
                          <a:ea typeface="Google Sans Text"/>
                          <a:cs typeface="Arial Black" panose="020B0A04020102020204" charset="0"/>
                        </a:rPr>
                        <a:t>Metric</a:t>
                      </a:r>
                      <a:endParaRPr sz="1800">
                        <a:solidFill>
                          <a:srgbClr val="1F1F1F"/>
                        </a:solidFill>
                        <a:latin typeface="Arial Black" panose="020B0A04020102020204" charset="0"/>
                        <a:ea typeface="Google Sans Text"/>
                        <a:cs typeface="Arial Black" panose="020B0A04020102020204" charset="0"/>
                      </a:endParaRPr>
                    </a:p>
                  </a:txBody>
                  <a:tcPr marL="114617" marR="114617" marT="76517" marB="76517" anchor="ctr" anchorCtr="0">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noFill/>
                  </a:tcPr>
                </a:tc>
                <a:tc>
                  <a:txBody>
                    <a:bodyPr/>
                    <a:p>
                      <a:pPr marL="0" indent="0">
                        <a:spcBef>
                          <a:spcPct val="0"/>
                        </a:spcBef>
                        <a:spcAft>
                          <a:spcPct val="0"/>
                        </a:spcAft>
                      </a:pPr>
                      <a:r>
                        <a:rPr sz="1800">
                          <a:solidFill>
                            <a:srgbClr val="1F1F1F"/>
                          </a:solidFill>
                          <a:latin typeface="Arial Black" panose="020B0A04020102020204" charset="0"/>
                          <a:ea typeface="Google Sans Text"/>
                          <a:cs typeface="Arial Black" panose="020B0A04020102020204" charset="0"/>
                        </a:rPr>
                        <a:t>Leader / Peak</a:t>
                      </a:r>
                      <a:endParaRPr sz="1800">
                        <a:solidFill>
                          <a:srgbClr val="1F1F1F"/>
                        </a:solidFill>
                        <a:latin typeface="Arial Black" panose="020B0A04020102020204" charset="0"/>
                        <a:ea typeface="Google Sans Text"/>
                        <a:cs typeface="Arial Black" panose="020B0A04020102020204" charset="0"/>
                      </a:endParaRPr>
                    </a:p>
                  </a:txBody>
                  <a:tcPr marL="114617" marR="114617" marT="76517" marB="76517" anchor="ctr" anchorCtr="0">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noFill/>
                  </a:tcPr>
                </a:tc>
                <a:tc>
                  <a:txBody>
                    <a:bodyPr/>
                    <a:p>
                      <a:pPr marL="0" indent="0">
                        <a:spcBef>
                          <a:spcPct val="0"/>
                        </a:spcBef>
                        <a:spcAft>
                          <a:spcPct val="0"/>
                        </a:spcAft>
                      </a:pPr>
                      <a:r>
                        <a:rPr sz="1800">
                          <a:solidFill>
                            <a:srgbClr val="1F1F1F"/>
                          </a:solidFill>
                          <a:latin typeface="Arial Black" panose="020B0A04020102020204" charset="0"/>
                          <a:ea typeface="Google Sans Text"/>
                          <a:cs typeface="Arial Black" panose="020B0A04020102020204" charset="0"/>
                        </a:rPr>
                        <a:t>Insight</a:t>
                      </a:r>
                      <a:endParaRPr sz="1800">
                        <a:solidFill>
                          <a:srgbClr val="1F1F1F"/>
                        </a:solidFill>
                        <a:latin typeface="Arial Black" panose="020B0A04020102020204" charset="0"/>
                        <a:ea typeface="Google Sans Text"/>
                        <a:cs typeface="Arial Black" panose="020B0A04020102020204" charset="0"/>
                      </a:endParaRPr>
                    </a:p>
                  </a:txBody>
                  <a:tcPr marL="114617" marR="114617" marT="76517" marB="76517" anchor="ctr" anchorCtr="0">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noFill/>
                  </a:tcPr>
                </a:tc>
              </a:tr>
              <a:tr h="826135">
                <a:tc>
                  <a:txBody>
                    <a:bodyPr/>
                    <a:p>
                      <a:pPr marL="0" indent="0">
                        <a:spcBef>
                          <a:spcPct val="0"/>
                        </a:spcBef>
                        <a:spcAft>
                          <a:spcPct val="0"/>
                        </a:spcAft>
                      </a:pPr>
                      <a:r>
                        <a:rPr sz="1600" b="1">
                          <a:solidFill>
                            <a:srgbClr val="1F1F1F"/>
                          </a:solidFill>
                          <a:latin typeface="Arial" panose="020B0604020202020204" pitchFamily="34" charset="0"/>
                          <a:ea typeface="Google Sans Text"/>
                          <a:cs typeface="Arial" panose="020B0604020202020204" pitchFamily="34" charset="0"/>
                        </a:rPr>
                        <a:t>Highest Financial Value</a:t>
                      </a:r>
                      <a:endParaRPr sz="1600" b="1">
                        <a:solidFill>
                          <a:srgbClr val="1F1F1F"/>
                        </a:solidFill>
                        <a:latin typeface="Arial" panose="020B0604020202020204" pitchFamily="34" charset="0"/>
                        <a:ea typeface="Google Sans Text"/>
                        <a:cs typeface="Arial" panose="020B0604020202020204" pitchFamily="34" charset="0"/>
                      </a:endParaRPr>
                    </a:p>
                  </a:txBody>
                  <a:tcPr marL="114617" marR="114617" marT="76517" marB="76517" anchor="ctr" anchorCtr="0">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noFill/>
                  </a:tcPr>
                </a:tc>
                <a:tc>
                  <a:txBody>
                    <a:bodyPr/>
                    <a:p>
                      <a:pPr marL="0" indent="0">
                        <a:spcBef>
                          <a:spcPct val="0"/>
                        </a:spcBef>
                        <a:spcAft>
                          <a:spcPct val="0"/>
                        </a:spcAft>
                      </a:pPr>
                      <a:r>
                        <a:rPr sz="1600">
                          <a:solidFill>
                            <a:srgbClr val="1F1F1F"/>
                          </a:solidFill>
                          <a:latin typeface="Arial" panose="020B0604020202020204" pitchFamily="34" charset="0"/>
                          <a:ea typeface="Google Sans Text"/>
                          <a:cs typeface="Arial" panose="020B0604020202020204" pitchFamily="34" charset="0"/>
                        </a:rPr>
                        <a:t>Swift Developers</a:t>
                      </a:r>
                      <a:endParaRPr sz="1600">
                        <a:solidFill>
                          <a:srgbClr val="1F1F1F"/>
                        </a:solidFill>
                        <a:latin typeface="Arial" panose="020B0604020202020204" pitchFamily="34" charset="0"/>
                        <a:ea typeface="Google Sans Text"/>
                        <a:cs typeface="Arial" panose="020B0604020202020204" pitchFamily="34" charset="0"/>
                      </a:endParaRPr>
                    </a:p>
                  </a:txBody>
                  <a:tcPr marL="114617" marR="114617" marT="76517" marB="76517" anchor="ctr" anchorCtr="0">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noFill/>
                  </a:tcPr>
                </a:tc>
                <a:tc>
                  <a:txBody>
                    <a:bodyPr/>
                    <a:p>
                      <a:pPr marL="0" indent="0">
                        <a:spcBef>
                          <a:spcPct val="0"/>
                        </a:spcBef>
                        <a:spcAft>
                          <a:spcPct val="0"/>
                        </a:spcAft>
                      </a:pPr>
                      <a:r>
                        <a:rPr sz="1600">
                          <a:solidFill>
                            <a:srgbClr val="1F1F1F"/>
                          </a:solidFill>
                          <a:latin typeface="Arial" panose="020B0604020202020204" pitchFamily="34" charset="0"/>
                          <a:ea typeface="Google Sans Text"/>
                          <a:cs typeface="Arial" panose="020B0604020202020204" pitchFamily="34" charset="0"/>
                        </a:rPr>
                        <a:t>Specialized ecosystem expertise is highly rewarded.</a:t>
                      </a:r>
                      <a:endParaRPr sz="1600">
                        <a:solidFill>
                          <a:srgbClr val="1F1F1F"/>
                        </a:solidFill>
                        <a:latin typeface="Arial" panose="020B0604020202020204" pitchFamily="34" charset="0"/>
                        <a:ea typeface="Google Sans Text"/>
                        <a:cs typeface="Arial" panose="020B0604020202020204" pitchFamily="34" charset="0"/>
                      </a:endParaRPr>
                    </a:p>
                  </a:txBody>
                  <a:tcPr marL="114617" marR="114617" marT="76517" marB="76517" anchor="ctr" anchorCtr="0">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noFill/>
                  </a:tcPr>
                </a:tc>
              </a:tr>
              <a:tr h="825500">
                <a:tc>
                  <a:txBody>
                    <a:bodyPr/>
                    <a:p>
                      <a:pPr marL="0" indent="0">
                        <a:spcBef>
                          <a:spcPct val="0"/>
                        </a:spcBef>
                        <a:spcAft>
                          <a:spcPct val="0"/>
                        </a:spcAft>
                      </a:pPr>
                      <a:r>
                        <a:rPr sz="1600" b="1">
                          <a:solidFill>
                            <a:srgbClr val="1F1F1F"/>
                          </a:solidFill>
                          <a:latin typeface="Arial" panose="020B0604020202020204" pitchFamily="34" charset="0"/>
                          <a:ea typeface="Google Sans Text"/>
                          <a:cs typeface="Arial" panose="020B0604020202020204" pitchFamily="34" charset="0"/>
                        </a:rPr>
                        <a:t>Largest Talent Pool</a:t>
                      </a:r>
                      <a:endParaRPr sz="1600" b="1">
                        <a:solidFill>
                          <a:srgbClr val="1F1F1F"/>
                        </a:solidFill>
                        <a:latin typeface="Arial" panose="020B0604020202020204" pitchFamily="34" charset="0"/>
                        <a:ea typeface="Google Sans Text"/>
                        <a:cs typeface="Arial" panose="020B0604020202020204" pitchFamily="34" charset="0"/>
                      </a:endParaRPr>
                    </a:p>
                  </a:txBody>
                  <a:tcPr marL="114617" marR="114617" marT="76517" marB="76517" anchor="ctr" anchorCtr="0">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noFill/>
                  </a:tcPr>
                </a:tc>
                <a:tc>
                  <a:txBody>
                    <a:bodyPr/>
                    <a:p>
                      <a:pPr marL="0" indent="0">
                        <a:spcBef>
                          <a:spcPct val="0"/>
                        </a:spcBef>
                        <a:spcAft>
                          <a:spcPct val="0"/>
                        </a:spcAft>
                      </a:pPr>
                      <a:r>
                        <a:rPr sz="1600">
                          <a:solidFill>
                            <a:srgbClr val="1F1F1F"/>
                          </a:solidFill>
                          <a:latin typeface="Arial" panose="020B0604020202020204" pitchFamily="34" charset="0"/>
                          <a:ea typeface="Google Sans Text"/>
                          <a:cs typeface="Arial" panose="020B0604020202020204" pitchFamily="34" charset="0"/>
                        </a:rPr>
                        <a:t>Python &amp; JavaScript</a:t>
                      </a:r>
                      <a:endParaRPr sz="1600">
                        <a:solidFill>
                          <a:srgbClr val="1F1F1F"/>
                        </a:solidFill>
                        <a:latin typeface="Arial" panose="020B0604020202020204" pitchFamily="34" charset="0"/>
                        <a:ea typeface="Google Sans Text"/>
                        <a:cs typeface="Arial" panose="020B0604020202020204" pitchFamily="34" charset="0"/>
                      </a:endParaRPr>
                    </a:p>
                  </a:txBody>
                  <a:tcPr marL="114617" marR="114617" marT="76517" marB="76517" anchor="ctr" anchorCtr="0">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noFill/>
                  </a:tcPr>
                </a:tc>
                <a:tc>
                  <a:txBody>
                    <a:bodyPr/>
                    <a:p>
                      <a:pPr marL="0" indent="0">
                        <a:spcBef>
                          <a:spcPct val="0"/>
                        </a:spcBef>
                        <a:spcAft>
                          <a:spcPct val="0"/>
                        </a:spcAft>
                      </a:pPr>
                      <a:r>
                        <a:rPr sz="1600">
                          <a:solidFill>
                            <a:srgbClr val="1F1F1F"/>
                          </a:solidFill>
                          <a:latin typeface="Arial" panose="020B0604020202020204" pitchFamily="34" charset="0"/>
                          <a:ea typeface="Google Sans Text"/>
                          <a:cs typeface="Arial" panose="020B0604020202020204" pitchFamily="34" charset="0"/>
                        </a:rPr>
                        <a:t>These languages form the "base" of the modern coding workforce.</a:t>
                      </a:r>
                      <a:endParaRPr sz="1600">
                        <a:solidFill>
                          <a:srgbClr val="1F1F1F"/>
                        </a:solidFill>
                        <a:latin typeface="Arial" panose="020B0604020202020204" pitchFamily="34" charset="0"/>
                        <a:ea typeface="Google Sans Text"/>
                        <a:cs typeface="Arial" panose="020B0604020202020204" pitchFamily="34" charset="0"/>
                      </a:endParaRPr>
                    </a:p>
                  </a:txBody>
                  <a:tcPr marL="114617" marR="114617" marT="76517" marB="76517" anchor="ctr" anchorCtr="0">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noFill/>
                  </a:tcPr>
                </a:tc>
              </a:tr>
              <a:tr h="825500">
                <a:tc>
                  <a:txBody>
                    <a:bodyPr/>
                    <a:p>
                      <a:pPr marL="0" indent="0">
                        <a:spcBef>
                          <a:spcPct val="0"/>
                        </a:spcBef>
                        <a:spcAft>
                          <a:spcPct val="0"/>
                        </a:spcAft>
                      </a:pPr>
                      <a:r>
                        <a:rPr sz="1600" b="1">
                          <a:solidFill>
                            <a:srgbClr val="1F1F1F"/>
                          </a:solidFill>
                          <a:latin typeface="Arial" panose="020B0604020202020204" pitchFamily="34" charset="0"/>
                          <a:ea typeface="Google Sans Text"/>
                          <a:cs typeface="Arial" panose="020B0604020202020204" pitchFamily="34" charset="0"/>
                        </a:rPr>
                        <a:t>Fastest Growing Skillset</a:t>
                      </a:r>
                      <a:endParaRPr sz="1600" b="1">
                        <a:solidFill>
                          <a:srgbClr val="1F1F1F"/>
                        </a:solidFill>
                        <a:latin typeface="Arial" panose="020B0604020202020204" pitchFamily="34" charset="0"/>
                        <a:ea typeface="Google Sans Text"/>
                        <a:cs typeface="Arial" panose="020B0604020202020204" pitchFamily="34" charset="0"/>
                      </a:endParaRPr>
                    </a:p>
                  </a:txBody>
                  <a:tcPr marL="114617" marR="114617" marT="76517" marB="76517" anchor="ctr" anchorCtr="0">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noFill/>
                  </a:tcPr>
                </a:tc>
                <a:tc>
                  <a:txBody>
                    <a:bodyPr/>
                    <a:p>
                      <a:pPr marL="0" indent="0">
                        <a:spcBef>
                          <a:spcPct val="0"/>
                        </a:spcBef>
                        <a:spcAft>
                          <a:spcPct val="0"/>
                        </a:spcAft>
                      </a:pPr>
                      <a:r>
                        <a:rPr sz="1600">
                          <a:solidFill>
                            <a:srgbClr val="1F1F1F"/>
                          </a:solidFill>
                          <a:latin typeface="Arial" panose="020B0604020202020204" pitchFamily="34" charset="0"/>
                          <a:ea typeface="Google Sans Text"/>
                          <a:cs typeface="Arial" panose="020B0604020202020204" pitchFamily="34" charset="0"/>
                        </a:rPr>
                        <a:t>Rust &amp; Vector DBs</a:t>
                      </a:r>
                      <a:endParaRPr sz="1600">
                        <a:solidFill>
                          <a:srgbClr val="1F1F1F"/>
                        </a:solidFill>
                        <a:latin typeface="Arial" panose="020B0604020202020204" pitchFamily="34" charset="0"/>
                        <a:ea typeface="Google Sans Text"/>
                        <a:cs typeface="Arial" panose="020B0604020202020204" pitchFamily="34" charset="0"/>
                      </a:endParaRPr>
                    </a:p>
                  </a:txBody>
                  <a:tcPr marL="114617" marR="114617" marT="76517" marB="76517" anchor="ctr" anchorCtr="0">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noFill/>
                  </a:tcPr>
                </a:tc>
                <a:tc>
                  <a:txBody>
                    <a:bodyPr/>
                    <a:p>
                      <a:pPr marL="0" indent="0">
                        <a:spcBef>
                          <a:spcPct val="0"/>
                        </a:spcBef>
                        <a:spcAft>
                          <a:spcPct val="0"/>
                        </a:spcAft>
                      </a:pPr>
                      <a:r>
                        <a:rPr sz="1600">
                          <a:solidFill>
                            <a:srgbClr val="1F1F1F"/>
                          </a:solidFill>
                          <a:latin typeface="Arial" panose="020B0604020202020204" pitchFamily="34" charset="0"/>
                          <a:ea typeface="Google Sans Text"/>
                          <a:cs typeface="Arial" panose="020B0604020202020204" pitchFamily="34" charset="0"/>
                        </a:rPr>
                        <a:t>Represents the "cutting edge" demographic moving into AI and memory safety.</a:t>
                      </a:r>
                      <a:endParaRPr sz="1600">
                        <a:solidFill>
                          <a:srgbClr val="1F1F1F"/>
                        </a:solidFill>
                        <a:latin typeface="Arial" panose="020B0604020202020204" pitchFamily="34" charset="0"/>
                        <a:ea typeface="Google Sans Text"/>
                        <a:cs typeface="Arial" panose="020B0604020202020204" pitchFamily="34" charset="0"/>
                      </a:endParaRPr>
                    </a:p>
                  </a:txBody>
                  <a:tcPr marL="114617" marR="114617" marT="76517" marB="76517" anchor="ctr" anchorCtr="0">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noFill/>
                  </a:tcPr>
                </a:tc>
              </a:tr>
              <a:tr h="825500">
                <a:tc>
                  <a:txBody>
                    <a:bodyPr/>
                    <a:p>
                      <a:pPr marL="0" indent="0">
                        <a:spcBef>
                          <a:spcPct val="0"/>
                        </a:spcBef>
                        <a:spcAft>
                          <a:spcPct val="0"/>
                        </a:spcAft>
                      </a:pPr>
                      <a:r>
                        <a:rPr sz="1600" b="1">
                          <a:solidFill>
                            <a:srgbClr val="1F1F1F"/>
                          </a:solidFill>
                          <a:latin typeface="Arial" panose="020B0604020202020204" pitchFamily="34" charset="0"/>
                          <a:ea typeface="Google Sans Text"/>
                          <a:cs typeface="Arial" panose="020B0604020202020204" pitchFamily="34" charset="0"/>
                        </a:rPr>
                        <a:t>Baseline Industry Skill</a:t>
                      </a:r>
                      <a:endParaRPr sz="1600" b="1">
                        <a:solidFill>
                          <a:srgbClr val="1F1F1F"/>
                        </a:solidFill>
                        <a:latin typeface="Arial" panose="020B0604020202020204" pitchFamily="34" charset="0"/>
                        <a:ea typeface="Google Sans Text"/>
                        <a:cs typeface="Arial" panose="020B0604020202020204" pitchFamily="34" charset="0"/>
                      </a:endParaRPr>
                    </a:p>
                  </a:txBody>
                  <a:tcPr marL="114617" marR="114617" marT="76517" marB="76517" anchor="ctr" anchorCtr="0">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noFill/>
                  </a:tcPr>
                </a:tc>
                <a:tc>
                  <a:txBody>
                    <a:bodyPr/>
                    <a:p>
                      <a:pPr marL="0" indent="0">
                        <a:spcBef>
                          <a:spcPct val="0"/>
                        </a:spcBef>
                        <a:spcAft>
                          <a:spcPct val="0"/>
                        </a:spcAft>
                      </a:pPr>
                      <a:r>
                        <a:rPr sz="1600">
                          <a:solidFill>
                            <a:srgbClr val="1F1F1F"/>
                          </a:solidFill>
                          <a:latin typeface="Arial" panose="020B0604020202020204" pitchFamily="34" charset="0"/>
                          <a:ea typeface="Google Sans Text"/>
                          <a:cs typeface="Arial" panose="020B0604020202020204" pitchFamily="34" charset="0"/>
                        </a:rPr>
                        <a:t>SQL / PostgreSQL</a:t>
                      </a:r>
                      <a:endParaRPr sz="1600">
                        <a:solidFill>
                          <a:srgbClr val="1F1F1F"/>
                        </a:solidFill>
                        <a:latin typeface="Arial" panose="020B0604020202020204" pitchFamily="34" charset="0"/>
                        <a:ea typeface="Google Sans Text"/>
                        <a:cs typeface="Arial" panose="020B0604020202020204" pitchFamily="34" charset="0"/>
                      </a:endParaRPr>
                    </a:p>
                  </a:txBody>
                  <a:tcPr marL="114617" marR="114617" marT="76517" marB="76517" anchor="ctr" anchorCtr="0">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noFill/>
                  </a:tcPr>
                </a:tc>
                <a:tc>
                  <a:txBody>
                    <a:bodyPr/>
                    <a:p>
                      <a:pPr marL="0" indent="0">
                        <a:spcBef>
                          <a:spcPct val="0"/>
                        </a:spcBef>
                        <a:spcAft>
                          <a:spcPct val="0"/>
                        </a:spcAft>
                      </a:pPr>
                      <a:r>
                        <a:rPr sz="1600">
                          <a:solidFill>
                            <a:srgbClr val="1F1F1F"/>
                          </a:solidFill>
                          <a:latin typeface="Arial" panose="020B0604020202020204" pitchFamily="34" charset="0"/>
                          <a:ea typeface="Google Sans Text"/>
                          <a:cs typeface="Arial" panose="020B0604020202020204" pitchFamily="34" charset="0"/>
                        </a:rPr>
                        <a:t>Data literacy remains the most consistent requirement across all demographics.</a:t>
                      </a:r>
                      <a:endParaRPr sz="1600">
                        <a:solidFill>
                          <a:srgbClr val="1F1F1F"/>
                        </a:solidFill>
                        <a:latin typeface="Arial" panose="020B0604020202020204" pitchFamily="34" charset="0"/>
                        <a:ea typeface="Google Sans Text"/>
                        <a:cs typeface="Arial" panose="020B0604020202020204" pitchFamily="34" charset="0"/>
                      </a:endParaRPr>
                    </a:p>
                  </a:txBody>
                  <a:tcPr marL="114617" marR="114617" marT="76517" marB="76517" anchor="ctr" anchorCtr="0">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noFill/>
                  </a:tcPr>
                </a:tc>
              </a:tr>
            </a:tbl>
          </a:graphicData>
        </a:graphic>
      </p:graphicFrame>
    </p:spTree>
    <p:custDataLst>
      <p:tags r:id="rId2"/>
    </p:custData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normAutofit/>
          </a:bodyPr>
          <a:lstStyle/>
          <a:p>
            <a:r>
              <a:rPr lang="en-US" dirty="0"/>
              <a:t>DISCUSSION</a:t>
            </a:r>
            <a:endParaRPr lang="en-US" dirty="0"/>
          </a:p>
        </p:txBody>
      </p:sp>
      <p:pic>
        <p:nvPicPr>
          <p:cNvPr id="3" name="Content Placeholder 2"/>
          <p:cNvPicPr>
            <a:picLocks noGrp="1" noChangeAspect="1"/>
          </p:cNvPicPr>
          <p:nvPr>
            <p:ph sz="half" idx="1"/>
          </p:nvPr>
        </p:nvPicPr>
        <p:blipFill>
          <a:blip r:embed="rId1"/>
          <a:stretch>
            <a:fillRect/>
          </a:stretch>
        </p:blipFill>
        <p:spPr>
          <a:xfrm>
            <a:off x="4197632" y="1901588"/>
            <a:ext cx="3054361" cy="3054361"/>
          </a:xfrm>
          <a:prstGeom prst="rect">
            <a:avLst/>
          </a:prstGeom>
          <a:noFill/>
        </p:spPr>
      </p:pic>
    </p:spTree>
    <p:custDataLst>
      <p:tags r:id="rId2"/>
    </p:custData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OVERALL FINDINGS &amp; IMPLICATIONS</a:t>
            </a:r>
            <a:endParaRPr lang="en-US" dirty="0"/>
          </a:p>
        </p:txBody>
      </p:sp>
      <p:sp>
        <p:nvSpPr>
          <p:cNvPr id="3" name="Content Placeholder 2"/>
          <p:cNvSpPr>
            <a:spLocks noGrp="1"/>
          </p:cNvSpPr>
          <p:nvPr>
            <p:ph sz="half" idx="1"/>
          </p:nvPr>
        </p:nvSpPr>
        <p:spPr>
          <a:xfrm>
            <a:off x="814070" y="1825625"/>
            <a:ext cx="5181600" cy="4548505"/>
          </a:xfrm>
        </p:spPr>
        <p:txBody>
          <a:bodyPr>
            <a:normAutofit fontScale="45000"/>
          </a:bodyPr>
          <a:lstStyle/>
          <a:p>
            <a:pPr marL="0" indent="0">
              <a:buNone/>
            </a:pPr>
            <a:r>
              <a:rPr lang="en-US" sz="3555" b="1" dirty="0"/>
              <a:t>Findings</a:t>
            </a:r>
            <a:endParaRPr lang="en-US" altLang="en-US" sz="3555" b="1" dirty="0"/>
          </a:p>
          <a:p>
            <a:r>
              <a:rPr lang="en-US" altLang="en-US" b="1" dirty="0"/>
              <a:t>Volume vs. Value Inversion</a:t>
            </a:r>
            <a:r>
              <a:rPr lang="en-US" altLang="en-US" dirty="0"/>
              <a:t>:</a:t>
            </a:r>
            <a:r>
              <a:rPr lang="en-IN" altLang="en-US" dirty="0"/>
              <a:t> </a:t>
            </a:r>
            <a:r>
              <a:rPr lang="en-US" altLang="en-US" dirty="0"/>
              <a:t>There is a significant disconnect between job availability and compensation. C</a:t>
            </a:r>
            <a:r>
              <a:rPr lang="en-IN" altLang="en-US" dirty="0"/>
              <a:t> </a:t>
            </a:r>
            <a:r>
              <a:rPr lang="en-US" altLang="en-US" dirty="0"/>
              <a:t>and Java</a:t>
            </a:r>
            <a:r>
              <a:rPr lang="en-IN" altLang="en-US" dirty="0"/>
              <a:t> </a:t>
            </a:r>
            <a:r>
              <a:rPr lang="en-US" altLang="en-US" dirty="0"/>
              <a:t>dominate the market in total job volume (over 28,000 combined postings), while the highest salaries are found in specialized languages like **Swift ($130,801)** and **Python ($114,383)**, which have far fewer postings.</a:t>
            </a:r>
            <a:endParaRPr lang="en-US" altLang="en-US" dirty="0"/>
          </a:p>
          <a:p>
            <a:r>
              <a:rPr lang="en-US" altLang="en-US" b="1" dirty="0"/>
              <a:t>The "Workhorse" Standard</a:t>
            </a:r>
            <a:r>
              <a:rPr lang="en-US" altLang="en-US" dirty="0"/>
              <a:t>:</a:t>
            </a:r>
            <a:r>
              <a:rPr lang="en-IN" altLang="en-US" dirty="0"/>
              <a:t> </a:t>
            </a:r>
            <a:r>
              <a:rPr lang="en-US" altLang="en-US" dirty="0"/>
              <a:t>Relational databases (**MySQL, Oracle**) and legacy languages (**C, Java**) remain the primary technical foundations of the industry. These "anchor" technologies provide the most consistent employment opportunities across the dataset.</a:t>
            </a:r>
            <a:endParaRPr lang="en-US" altLang="en-US" dirty="0"/>
          </a:p>
          <a:p>
            <a:r>
              <a:rPr lang="en-US" altLang="en-US" b="1" dirty="0"/>
              <a:t>Modern Stack Scarcity:</a:t>
            </a:r>
            <a:r>
              <a:rPr lang="en-IN" altLang="en-US" dirty="0"/>
              <a:t> </a:t>
            </a:r>
            <a:r>
              <a:rPr lang="en-US" altLang="en-US" dirty="0"/>
              <a:t>Modern technologies like **PostgreSQL** and **MongoDB** show relatively low job volumes in current postings compared to legacy counterparts, suggesting they are either highly specialized or currently underrepresented in large-scale corporate hiring relative to their popularity in the developer community.</a:t>
            </a:r>
            <a:endParaRPr lang="en-US" altLang="en-US" dirty="0"/>
          </a:p>
          <a:p>
            <a:endParaRPr lang="en-US" altLang="en-US" dirty="0"/>
          </a:p>
          <a:p>
            <a:endParaRPr lang="en-US" altLang="en-US" dirty="0"/>
          </a:p>
        </p:txBody>
      </p:sp>
      <p:sp>
        <p:nvSpPr>
          <p:cNvPr id="4" name="Content Placeholder 3"/>
          <p:cNvSpPr>
            <a:spLocks noGrp="1"/>
          </p:cNvSpPr>
          <p:nvPr>
            <p:ph sz="half" idx="2"/>
          </p:nvPr>
        </p:nvSpPr>
        <p:spPr>
          <a:xfrm>
            <a:off x="6172200" y="1825625"/>
            <a:ext cx="5181600" cy="4548505"/>
          </a:xfrm>
        </p:spPr>
        <p:txBody>
          <a:bodyPr>
            <a:normAutofit fontScale="50000"/>
          </a:bodyPr>
          <a:lstStyle/>
          <a:p>
            <a:pPr marL="0" indent="0">
              <a:buNone/>
            </a:pPr>
            <a:r>
              <a:rPr lang="en-US" sz="3200" b="1" dirty="0"/>
              <a:t>Implications</a:t>
            </a:r>
            <a:endParaRPr lang="en-US" altLang="en-US" dirty="0"/>
          </a:p>
          <a:p>
            <a:r>
              <a:rPr lang="en-US" altLang="en-US" b="1" dirty="0">
                <a:sym typeface="+mn-ea"/>
              </a:rPr>
              <a:t>Specialization Premium:</a:t>
            </a:r>
            <a:r>
              <a:rPr lang="en-IN" altLang="en-US" b="1" dirty="0">
                <a:sym typeface="+mn-ea"/>
              </a:rPr>
              <a:t> </a:t>
            </a:r>
            <a:r>
              <a:rPr lang="en-US" altLang="en-US" dirty="0">
                <a:sym typeface="+mn-ea"/>
              </a:rPr>
              <a:t> To maximize earning potential, professionals should transition from generalist roles to specialized ecosystems. The data implies that the "complexity premium" for AI (Python) and Mobile (Swift) allows for significantly higher salaries even in a more competitive or smaller job market.</a:t>
            </a:r>
            <a:endParaRPr lang="en-US" altLang="en-US" dirty="0"/>
          </a:p>
          <a:p>
            <a:r>
              <a:rPr lang="en-US" altLang="en-US" b="1" dirty="0">
                <a:sym typeface="+mn-ea"/>
              </a:rPr>
              <a:t>Foundational Safety Net</a:t>
            </a:r>
            <a:r>
              <a:rPr lang="en-US" altLang="en-US" dirty="0">
                <a:sym typeface="+mn-ea"/>
              </a:rPr>
              <a:t>:</a:t>
            </a:r>
            <a:r>
              <a:rPr lang="en-IN" altLang="en-US" dirty="0">
                <a:sym typeface="+mn-ea"/>
              </a:rPr>
              <a:t> </a:t>
            </a:r>
            <a:r>
              <a:rPr lang="en-US" altLang="en-US" dirty="0">
                <a:sym typeface="+mn-ea"/>
              </a:rPr>
              <a:t>For those prioritizing job security, maintaining proficiency in **C** and **Java** is essential. These languages serve as a professional safety net, ensuring a high volume of available roles even if they do not offer the absolute peak salary.</a:t>
            </a:r>
            <a:endParaRPr lang="en-US" altLang="en-US" dirty="0"/>
          </a:p>
          <a:p>
            <a:r>
              <a:rPr lang="en-US" altLang="en-US" b="1" dirty="0">
                <a:sym typeface="+mn-ea"/>
              </a:rPr>
              <a:t>The Data Literacy Requirement:</a:t>
            </a:r>
            <a:r>
              <a:rPr lang="en-IN" altLang="en-US" dirty="0">
                <a:sym typeface="+mn-ea"/>
              </a:rPr>
              <a:t> </a:t>
            </a:r>
            <a:r>
              <a:rPr lang="en-US" altLang="en-US" dirty="0">
                <a:sym typeface="+mn-ea"/>
              </a:rPr>
              <a:t>Database proficiency (SQL/Oracle) is not a standalone career path but a mandatory secondary skill. The consistent presence of these technologies across job postings implies that data management is a non-negotiable requirement for almost every high-level software engineering role.</a:t>
            </a:r>
            <a:endParaRPr lang="en-US" altLang="en-US" dirty="0"/>
          </a:p>
          <a:p>
            <a:endParaRPr lang="en-US" dirty="0"/>
          </a:p>
        </p:txBody>
      </p:sp>
    </p:spTree>
    <p:custDataLst>
      <p:tags r:id="rId1"/>
    </p:custData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p:cNvSpPr>
            <a:spLocks noGrp="1"/>
          </p:cNvSpPr>
          <p:nvPr>
            <p:ph type="title"/>
          </p:nvPr>
        </p:nvSpPr>
        <p:spPr/>
        <p:txBody>
          <a:bodyPr anchor="ctr">
            <a:normAutofit/>
          </a:bodyPr>
          <a:lstStyle/>
          <a:p>
            <a:r>
              <a:rPr lang="en-US" dirty="0"/>
              <a:t>CONCLUSION</a:t>
            </a:r>
            <a:endParaRPr lang="en-US" dirty="0"/>
          </a:p>
        </p:txBody>
      </p:sp>
      <p:pic>
        <p:nvPicPr>
          <p:cNvPr id="13" name="Content Placeholder 5"/>
          <p:cNvPicPr>
            <a:picLocks noGrp="1" noChangeAspect="1"/>
          </p:cNvPicPr>
          <p:nvPr>
            <p:ph sz="half" idx="1"/>
          </p:nvPr>
        </p:nvPicPr>
        <p:blipFill>
          <a:blip r:embed="rId1"/>
          <a:stretch>
            <a:fillRect/>
          </a:stretch>
        </p:blipFill>
        <p:spPr>
          <a:xfrm>
            <a:off x="1125967" y="2113896"/>
            <a:ext cx="3054361" cy="3054361"/>
          </a:xfrm>
          <a:prstGeom prst="rect">
            <a:avLst/>
          </a:prstGeom>
        </p:spPr>
      </p:pic>
      <p:sp>
        <p:nvSpPr>
          <p:cNvPr id="12" name="Content Placeholder 3"/>
          <p:cNvSpPr txBox="1"/>
          <p:nvPr/>
        </p:nvSpPr>
        <p:spPr>
          <a:xfrm>
            <a:off x="4013835" y="1553210"/>
            <a:ext cx="7339965" cy="4911725"/>
          </a:xfrm>
          <a:prstGeom prst="rect">
            <a:avLst/>
          </a:prstGeom>
        </p:spPr>
        <p:txBody>
          <a:bodyPr vert="horz" lIns="91440" tIns="45720" rIns="91440" bIns="45720" rtlCol="0">
            <a:normAutofit fontScale="60000"/>
          </a:bodyPr>
          <a:lstStyle>
            <a:lvl1pPr marL="228600" indent="-228600" algn="l" defTabSz="914400" rtl="0" eaLnBrk="1" latinLnBrk="0" hangingPunct="1">
              <a:lnSpc>
                <a:spcPct val="90000"/>
              </a:lnSpc>
              <a:spcBef>
                <a:spcPts val="1000"/>
              </a:spcBef>
              <a:buFont typeface="Arial" panose="020B0604020202020204"/>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a:buChar char="•"/>
              <a:defRPr sz="1800" kern="1200">
                <a:solidFill>
                  <a:srgbClr val="525252"/>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a:buChar char="•"/>
              <a:defRPr sz="1800" kern="1200">
                <a:solidFill>
                  <a:srgbClr val="525252"/>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9pPr>
          </a:lstStyle>
          <a:p>
            <a:r>
              <a:rPr lang="en-US" altLang="en-US" b="1" dirty="0"/>
              <a:t>Specialization Drives Compensation:</a:t>
            </a:r>
            <a:r>
              <a:rPr lang="en-US" altLang="en-US" dirty="0"/>
              <a:t> While legacy languages offer the most jobs, niche expertise in Swift and Python yields the highest financial returns, with salaries peaking between $114k and $131k.</a:t>
            </a:r>
            <a:endParaRPr lang="en-US" altLang="en-US" dirty="0"/>
          </a:p>
          <a:p>
            <a:endParaRPr lang="en-US" altLang="en-US" dirty="0"/>
          </a:p>
          <a:p>
            <a:r>
              <a:rPr lang="en-US" altLang="en-US" b="1" dirty="0"/>
              <a:t>Stability in Legacy Systems:</a:t>
            </a:r>
            <a:r>
              <a:rPr lang="en-US" altLang="en-US" dirty="0"/>
              <a:t> C and Java remain the industry’s functional backbone, providing a combined safety net of nearly 29,000 job postings for those prioritizing consistent employment.</a:t>
            </a:r>
            <a:endParaRPr lang="en-US" altLang="en-US" dirty="0"/>
          </a:p>
          <a:p>
            <a:endParaRPr lang="en-US" altLang="en-US" dirty="0"/>
          </a:p>
          <a:p>
            <a:r>
              <a:rPr lang="en-US" altLang="en-US" b="1" dirty="0"/>
              <a:t>The Persistence of Relational Data:</a:t>
            </a:r>
            <a:r>
              <a:rPr lang="en-US" altLang="en-US" dirty="0"/>
              <a:t> Traditional databases like MySQL and Oracle continue to outperform modern NoSQL alternatives in job volume, cementing SQL proficiency as a mandatory "anchor skill."</a:t>
            </a:r>
            <a:endParaRPr lang="en-US" altLang="en-US" dirty="0"/>
          </a:p>
          <a:p>
            <a:endParaRPr lang="en-US" altLang="en-US" dirty="0"/>
          </a:p>
          <a:p>
            <a:r>
              <a:rPr lang="en-US" altLang="en-US" b="1" dirty="0"/>
              <a:t>Strategic Career Pathing:</a:t>
            </a:r>
            <a:r>
              <a:rPr lang="en-US" altLang="en-US" dirty="0"/>
              <a:t> The data confirms a clear trade-off: professionals must choose between the high-volume security of established enterprise stacks or the high-salary potential of modern, specialized ecosystems.</a:t>
            </a:r>
            <a:endParaRPr lang="en-US" altLang="en-US" dirty="0"/>
          </a:p>
        </p:txBody>
      </p:sp>
    </p:spTree>
    <p:custDataLst>
      <p:tags r:id="rId2"/>
    </p:custData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p:cNvSpPr>
            <a:spLocks noGrp="1"/>
          </p:cNvSpPr>
          <p:nvPr>
            <p:ph type="title"/>
          </p:nvPr>
        </p:nvSpPr>
        <p:spPr/>
        <p:txBody>
          <a:bodyPr anchor="ctr">
            <a:normAutofit/>
          </a:bodyPr>
          <a:lstStyle/>
          <a:p>
            <a:r>
              <a:rPr lang="en-US" dirty="0"/>
              <a:t>APPENDIX</a:t>
            </a:r>
            <a:endParaRPr lang="en-US" dirty="0"/>
          </a:p>
        </p:txBody>
      </p:sp>
      <p:pic>
        <p:nvPicPr>
          <p:cNvPr id="11" name="Content Placeholder 3"/>
          <p:cNvPicPr>
            <a:picLocks noGrp="1" noChangeAspect="1"/>
          </p:cNvPicPr>
          <p:nvPr>
            <p:ph sz="half" idx="1"/>
          </p:nvPr>
        </p:nvPicPr>
        <p:blipFill>
          <a:blip r:embed="rId1"/>
          <a:stretch>
            <a:fillRect/>
          </a:stretch>
        </p:blipFill>
        <p:spPr>
          <a:xfrm>
            <a:off x="1055857" y="1849823"/>
            <a:ext cx="3194581" cy="3194581"/>
          </a:xfrm>
          <a:prstGeom prst="rect">
            <a:avLst/>
          </a:prstGeom>
        </p:spPr>
      </p:pic>
      <p:sp>
        <p:nvSpPr>
          <p:cNvPr id="10" name="Content Placeholder 3"/>
          <p:cNvSpPr txBox="1"/>
          <p:nvPr/>
        </p:nvSpPr>
        <p:spPr>
          <a:xfrm>
            <a:off x="4362450" y="1691005"/>
            <a:ext cx="6991350" cy="4820920"/>
          </a:xfrm>
          <a:prstGeom prst="rect">
            <a:avLst/>
          </a:prstGeom>
        </p:spPr>
        <p:txBody>
          <a:bodyPr vert="horz" lIns="91440" tIns="45720" rIns="91440" bIns="45720" rtlCol="0">
            <a:normAutofit fontScale="60000"/>
          </a:bodyPr>
          <a:lstStyle>
            <a:lvl1pPr marL="228600" indent="-228600" algn="l" defTabSz="914400" rtl="0" eaLnBrk="1" latinLnBrk="0" hangingPunct="1">
              <a:lnSpc>
                <a:spcPct val="90000"/>
              </a:lnSpc>
              <a:spcBef>
                <a:spcPts val="1000"/>
              </a:spcBef>
              <a:buFont typeface="Arial" panose="020B0604020202020204"/>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a:buChar char="•"/>
              <a:defRPr sz="1800" kern="1200">
                <a:solidFill>
                  <a:srgbClr val="525252"/>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a:buChar char="•"/>
              <a:defRPr sz="1800" kern="1200">
                <a:solidFill>
                  <a:srgbClr val="525252"/>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9pPr>
          </a:lstStyle>
          <a:p>
            <a:r>
              <a:rPr lang="en-US" altLang="en-US" b="1" dirty="0"/>
              <a:t>Financial Value: </a:t>
            </a:r>
            <a:r>
              <a:rPr lang="en-US" altLang="en-US" dirty="0"/>
              <a:t>Swift and Python lead the market in individual earning potential, with Swift peaking at over $130,000.</a:t>
            </a:r>
            <a:endParaRPr lang="en-US" altLang="en-US" dirty="0"/>
          </a:p>
          <a:p>
            <a:endParaRPr lang="en-US" altLang="en-US" dirty="0"/>
          </a:p>
          <a:p>
            <a:r>
              <a:rPr lang="en-US" altLang="en-US" b="1" dirty="0"/>
              <a:t>Employment Stabilit</a:t>
            </a:r>
            <a:r>
              <a:rPr lang="en-US" altLang="en-US" b="1" dirty="0"/>
              <a:t>y: </a:t>
            </a:r>
            <a:r>
              <a:rPr lang="en-US" altLang="en-US" dirty="0"/>
              <a:t>Legacy systems and enterprise standards like C and Java remain the largest sources of job volume, offering widespread security for developers.</a:t>
            </a:r>
            <a:endParaRPr lang="en-US" altLang="en-US" dirty="0"/>
          </a:p>
          <a:p>
            <a:endParaRPr lang="en-US" altLang="en-US" dirty="0"/>
          </a:p>
          <a:p>
            <a:r>
              <a:rPr lang="en-US" altLang="en-US" b="1" dirty="0"/>
              <a:t>Future Trajectory:</a:t>
            </a:r>
            <a:r>
              <a:rPr lang="en-US" altLang="en-US" dirty="0"/>
              <a:t> Rust and Vector Databases are the primary growth drivers for 2026, signaling a shift toward high-performance systems and AI infrastructure.</a:t>
            </a:r>
            <a:endParaRPr lang="en-US" altLang="en-US" dirty="0"/>
          </a:p>
          <a:p>
            <a:endParaRPr lang="en-US" altLang="en-US" dirty="0"/>
          </a:p>
          <a:p>
            <a:r>
              <a:rPr lang="en-US" altLang="en-US" b="1" dirty="0"/>
              <a:t>Foundational Skills:</a:t>
            </a:r>
            <a:r>
              <a:rPr lang="en-US" altLang="en-US" dirty="0"/>
              <a:t> PostgreSQL and MySQL continue to be the essential database standards, providing the necessary data literacy for modern development roles.</a:t>
            </a:r>
            <a:endParaRPr lang="en-US" dirty="0"/>
          </a:p>
        </p:txBody>
      </p:sp>
    </p:spTree>
    <p:custDataLst>
      <p:tags r:id="rId2"/>
    </p:custDataLst>
  </p:cSld>
  <p:clrMapOvr>
    <a:masterClrMapping/>
  </p:clrMapOvr>
</p:sld>
</file>

<file path=ppt/tags/tag1.xml><?xml version="1.0" encoding="utf-8"?>
<p:tagLst xmlns:p="http://schemas.openxmlformats.org/presentationml/2006/main">
  <p:tag name="ARTICULATE_SLIDE_THUMBNAIL_REFRESH" val="1"/>
</p:tagLst>
</file>

<file path=ppt/tags/tag2.xml><?xml version="1.0" encoding="utf-8"?>
<p:tagLst xmlns:p="http://schemas.openxmlformats.org/presentationml/2006/main">
  <p:tag name="ARTICULATE_SLIDE_THUMBNAIL_REFRESH" val="1"/>
</p:tagLst>
</file>

<file path=ppt/tags/tag3.xml><?xml version="1.0" encoding="utf-8"?>
<p:tagLst xmlns:p="http://schemas.openxmlformats.org/presentationml/2006/main">
  <p:tag name="ARTICULATE_SLIDE_THUMBNAIL_REFRESH" val="1"/>
</p:tagLst>
</file>

<file path=ppt/tags/tag4.xml><?xml version="1.0" encoding="utf-8"?>
<p:tagLst xmlns:p="http://schemas.openxmlformats.org/presentationml/2006/main">
  <p:tag name="ARTICULATE_SLIDE_THUMBNAIL_REFRESH" val="1"/>
</p:tagLst>
</file>

<file path=ppt/tags/tag5.xml><?xml version="1.0" encoding="utf-8"?>
<p:tagLst xmlns:p="http://schemas.openxmlformats.org/presentationml/2006/main">
  <p:tag name="ARTICULATE_SLIDE_THUMBNAIL_REFRESH" val="1"/>
</p:tagLst>
</file>

<file path=ppt/tags/tag6.xml><?xml version="1.0" encoding="utf-8"?>
<p:tagLst xmlns:p="http://schemas.openxmlformats.org/presentationml/2006/main">
  <p:tag name="ARTICULATE_SLIDE_THUMBNAIL_REFRESH" val="1"/>
</p:tagLst>
</file>

<file path=ppt/tags/tag7.xml><?xml version="1.0" encoding="utf-8"?>
<p:tagLst xmlns:p="http://schemas.openxmlformats.org/presentationml/2006/main">
  <p:tag name="ARTICULATE_SLIDE_THUMBNAIL_REFRESH" val="1"/>
</p:tagLst>
</file>

<file path=ppt/tags/tag8.xml><?xml version="1.0" encoding="utf-8"?>
<p:tagLst xmlns:p="http://schemas.openxmlformats.org/presentationml/2006/main">
  <p:tag name="ARTICULATE_SLIDE_THUMBNAIL_REFRESH" val="1"/>
</p:tagLst>
</file>

<file path=ppt/tags/tag9.xml><?xml version="1.0" encoding="utf-8"?>
<p:tagLst xmlns:p="http://schemas.openxmlformats.org/presentationml/2006/main">
  <p:tag name="ARTICULATE_SLIDE_THUMBNAIL_REFRESH" val="1"/>
</p:tagLst>
</file>

<file path=ppt/tags/tag10.xml><?xml version="1.0" encoding="utf-8"?>
<p:tagLst xmlns:p="http://schemas.openxmlformats.org/presentationml/2006/main">
  <p:tag name="ARTICULATE_SLIDE_THUMBNAIL_REFRESH" val="1"/>
</p:tagLst>
</file>

<file path=ppt/tags/tag11.xml><?xml version="1.0" encoding="utf-8"?>
<p:tagLst xmlns:p="http://schemas.openxmlformats.org/presentationml/2006/main">
  <p:tag name="ARTICULATE_SLIDE_THUMBNAIL_REFRESH" val="1"/>
</p:tagLst>
</file>

<file path=ppt/tags/tag12.xml><?xml version="1.0" encoding="utf-8"?>
<p:tagLst xmlns:p="http://schemas.openxmlformats.org/presentationml/2006/main">
  <p:tag name="ARTICULATE_SLIDE_THUMBNAIL_REFRESH" val="1"/>
</p:tagLst>
</file>

<file path=ppt/tags/tag13.xml><?xml version="1.0" encoding="utf-8"?>
<p:tagLst xmlns:p="http://schemas.openxmlformats.org/presentationml/2006/main">
  <p:tag name="ARTICULATE_SLIDE_THUMBNAIL_REFRESH" val="1"/>
</p:tagLst>
</file>

<file path=ppt/tags/tag14.xml><?xml version="1.0" encoding="utf-8"?>
<p:tagLst xmlns:p="http://schemas.openxmlformats.org/presentationml/2006/main">
  <p:tag name="ARTICULATE_SLIDE_THUMBNAIL_REFRESH" val="1"/>
</p:tagLst>
</file>

<file path=ppt/tags/tag15.xml><?xml version="1.0" encoding="utf-8"?>
<p:tagLst xmlns:p="http://schemas.openxmlformats.org/presentationml/2006/main">
  <p:tag name="ARTICULATE_SLIDE_THUMBNAIL_REFRESH" val="1"/>
</p:tagLst>
</file>

<file path=ppt/tags/tag16.xml><?xml version="1.0" encoding="utf-8"?>
<p:tagLst xmlns:p="http://schemas.openxmlformats.org/presentationml/2006/main">
  <p:tag name="ARTICULATE_SLIDE_THUMBNAIL_REFRESH" val="1"/>
</p:tagLst>
</file>

<file path=ppt/tags/tag17.xml><?xml version="1.0" encoding="utf-8"?>
<p:tagLst xmlns:p="http://schemas.openxmlformats.org/presentationml/2006/main">
  <p:tag name="ARTICULATE_SLIDE_THUMBNAIL_REFRESH" val="1"/>
</p:tagLst>
</file>

<file path=ppt/tags/tag18.xml><?xml version="1.0" encoding="utf-8"?>
<p:tagLst xmlns:p="http://schemas.openxmlformats.org/presentationml/2006/main">
  <p:tag name="ARTICULATE_SLIDE_THUMBNAIL_REFRESH" val="1"/>
</p:tagLst>
</file>

<file path=ppt/tags/tag19.xml><?xml version="1.0" encoding="utf-8"?>
<p:tagLst xmlns:p="http://schemas.openxmlformats.org/presentationml/2006/main">
  <p:tag name="ARTICULATE_SLIDE_THUMBNAIL_REFRESH" val="1"/>
</p:tagLst>
</file>

<file path=ppt/tags/tag20.xml><?xml version="1.0" encoding="utf-8"?>
<p:tagLst xmlns:p="http://schemas.openxmlformats.org/presentationml/2006/main">
  <p:tag name="ARTICULATE_SLIDE_THUMBNAIL_REFRESH" val="1"/>
</p:tagLst>
</file>

<file path=ppt/tags/tag21.xml><?xml version="1.0" encoding="utf-8"?>
<p:tagLst xmlns:p="http://schemas.openxmlformats.org/presentationml/2006/main">
  <p:tag name="ARTICULATE_SLIDE_THUMBNAIL_REFRESH" val="1"/>
</p:tagLst>
</file>

<file path=ppt/tags/tag22.xml><?xml version="1.0" encoding="utf-8"?>
<p:tagLst xmlns:p="http://schemas.openxmlformats.org/presentationml/2006/main">
  <p:tag name="ARTICULATE_SLIDE_THUMBNAIL_REFRESH" val="1"/>
</p:tagLst>
</file>

<file path=ppt/tags/tag23.xml><?xml version="1.0" encoding="utf-8"?>
<p:tagLst xmlns:p="http://schemas.openxmlformats.org/presentationml/2006/main">
  <p:tag name="ARTICULATE_SLIDE_THUMBNAIL_REFRESH" val="1"/>
</p:tagLst>
</file>

<file path=ppt/tags/tag24.xml><?xml version="1.0" encoding="utf-8"?>
<p:tagLst xmlns:p="http://schemas.openxmlformats.org/presentationml/2006/main">
  <p:tag name="ARTICULATE_SLIDE_THUMBNAIL_REFRESH" val="1"/>
</p:tagLst>
</file>

<file path=ppt/tags/tag25.xml><?xml version="1.0" encoding="utf-8"?>
<p:tagLst xmlns:p="http://schemas.openxmlformats.org/presentationml/2006/main">
  <p:tag name="ARTICULATE_SLIDE_THUMBNAIL_REFRESH" val="1"/>
</p:tagLst>
</file>

<file path=ppt/tags/tag26.xml><?xml version="1.0" encoding="utf-8"?>
<p:tagLst xmlns:p="http://schemas.openxmlformats.org/presentationml/2006/main">
  <p:tag name="ARTICULATE_SLIDE_THUMBNAIL_REFRESH" val="1"/>
</p:tagLst>
</file>

<file path=ppt/tags/tag27.xml><?xml version="1.0" encoding="utf-8"?>
<p:tagLst xmlns:p="http://schemas.openxmlformats.org/presentationml/2006/main">
  <p:tag name="ARTICULATE_SLIDE_THUMBNAIL_REFRESH" val="1"/>
</p:tagLst>
</file>

<file path=ppt/tags/tag28.xml><?xml version="1.0" encoding="utf-8"?>
<p:tagLst xmlns:p="http://schemas.openxmlformats.org/presentationml/2006/main">
  <p:tag name="ARTICULATE_SLIDE_THUMBNAIL_REFRESH" val="1"/>
</p:tagLst>
</file>

<file path=ppt/tags/tag29.xml><?xml version="1.0" encoding="utf-8"?>
<p:tagLst xmlns:p="http://schemas.openxmlformats.org/presentationml/2006/main">
  <p:tag name="ARTICULATE_SLIDE_THUMBNAIL_REFRESH" val="1"/>
</p:tagLst>
</file>

<file path=ppt/tags/tag30.xml><?xml version="1.0" encoding="utf-8"?>
<p:tagLst xmlns:p="http://schemas.openxmlformats.org/presentationml/2006/main">
  <p:tag name="ARTICULATE_SLIDE_THUMBNAIL_REFRESH" val="1"/>
</p:tagLst>
</file>

<file path=ppt/tags/tag31.xml><?xml version="1.0" encoding="utf-8"?>
<p:tagLst xmlns:p="http://schemas.openxmlformats.org/presentationml/2006/main">
  <p:tag name="ARTICULATE_SLIDE_THUMBNAIL_REFRESH" val="1"/>
</p:tagLst>
</file>

<file path=ppt/tags/tag32.xml><?xml version="1.0" encoding="utf-8"?>
<p:tagLst xmlns:p="http://schemas.openxmlformats.org/presentationml/2006/main">
  <p:tag name="ARTICULATE_SLIDE_THUMBNAIL_REFRESH" val="1"/>
</p:tagLst>
</file>

<file path=ppt/tags/tag33.xml><?xml version="1.0" encoding="utf-8"?>
<p:tagLst xmlns:p="http://schemas.openxmlformats.org/presentationml/2006/main">
  <p:tag name="ARTICULATE_SLIDE_THUMBNAIL_REFRESH" val="1"/>
</p:tagLst>
</file>

<file path=ppt/tags/tag34.xml><?xml version="1.0" encoding="utf-8"?>
<p:tagLst xmlns:p="http://schemas.openxmlformats.org/presentationml/2006/main">
  <p:tag name="ARTICULATE_SLIDE_THUMBNAIL_REFRESH" val="1"/>
</p:tagLst>
</file>

<file path=ppt/tags/tag35.xml><?xml version="1.0" encoding="utf-8"?>
<p:tagLst xmlns:p="http://schemas.openxmlformats.org/presentationml/2006/main">
  <p:tag name="ARTICULATE_SLIDE_THUMBNAIL_REFRESH" val="1"/>
</p:tagLst>
</file>

<file path=ppt/tags/tag36.xml><?xml version="1.0" encoding="utf-8"?>
<p:tagLst xmlns:p="http://schemas.openxmlformats.org/presentationml/2006/main">
  <p:tag name="ARTICULATE_SLIDE_THUMBNAIL_REFRESH" val="1"/>
</p:tagLst>
</file>

<file path=ppt/tags/tag37.xml><?xml version="1.0" encoding="utf-8"?>
<p:tagLst xmlns:p="http://schemas.openxmlformats.org/presentationml/2006/main">
  <p:tag name="TABLE_ENDDRAG_ORIGIN_RECT" val="825*302"/>
  <p:tag name="TABLE_ENDDRAG_RECT" val="67*133*825*302"/>
</p:tagLst>
</file>

<file path=ppt/tags/tag38.xml><?xml version="1.0" encoding="utf-8"?>
<p:tagLst xmlns:p="http://schemas.openxmlformats.org/presentationml/2006/main">
  <p:tag name="ARTICULATE_SLIDE_THUMBNAIL_REFRESH" val="1"/>
</p:tagLst>
</file>

<file path=ppt/tags/tag39.xml><?xml version="1.0" encoding="utf-8"?>
<p:tagLst xmlns:p="http://schemas.openxmlformats.org/presentationml/2006/main">
  <p:tag name="ARTICULATE_SLIDE_THUMBNAIL_REFRESH" val="1"/>
</p:tagLst>
</file>

<file path=ppt/tags/tag40.xml><?xml version="1.0" encoding="utf-8"?>
<p:tagLst xmlns:p="http://schemas.openxmlformats.org/presentationml/2006/main">
  <p:tag name="ARTICULATE_SLIDE_THUMBNAIL_REFRESH" val="1"/>
</p:tagLst>
</file>

<file path=ppt/tags/tag41.xml><?xml version="1.0" encoding="utf-8"?>
<p:tagLst xmlns:p="http://schemas.openxmlformats.org/presentationml/2006/main">
  <p:tag name="ARTICULATE_SLIDE_THUMBNAIL_REFRESH" val="1"/>
</p:tagLst>
</file>

<file path=ppt/tags/tag42.xml><?xml version="1.0" encoding="utf-8"?>
<p:tagLst xmlns:p="http://schemas.openxmlformats.org/presentationml/2006/main">
  <p:tag name="ARTICULATE_SLIDE_THUMBNAIL_REFRESH" val="1"/>
</p:tagLst>
</file>

<file path=ppt/tags/tag46.xml><?xml version="1.0" encoding="utf-8"?>
<p:tagLst xmlns:p="http://schemas.openxmlformats.org/presentationml/2006/main">
  <p:tag name="ARTICULATE_SLIDE_COUNT" val="18"/>
  <p:tag name="ARTICULATE_DESIGN_ID_SLIDE_TEMPLATE_SKILL_NETWORK" val="762xjmeN"/>
  <p:tag name="ARTICULATE_DESIGN_ID_IBM DEVELOPER 2018 WHITE BACKGROUND" val="AcyDFp8V"/>
  <p:tag name="ARTICULATE_SLIDE_THUMBNAIL_REFRESH" val="1"/>
  <p:tag name="ARTICULATE_PROJECT_OPEN" val="0"/>
</p:tagLst>
</file>

<file path=ppt/theme/theme1.xml><?xml version="1.0" encoding="utf-8"?>
<a:theme xmlns:a="http://schemas.openxmlformats.org/drawingml/2006/main" name="SLIDE_TEMPLATE_skill_network">
  <a:themeElements>
    <a:clrScheme name="IBM Skills Network">
      <a:dk1>
        <a:srgbClr val="262626"/>
      </a:dk1>
      <a:lt1>
        <a:srgbClr val="525252"/>
      </a:lt1>
      <a:dk2>
        <a:srgbClr val="FFFFFF"/>
      </a:dk2>
      <a:lt2>
        <a:srgbClr val="FFFFFF"/>
      </a:lt2>
      <a:accent1>
        <a:srgbClr val="6C4DEA"/>
      </a:accent1>
      <a:accent2>
        <a:srgbClr val="82CFFF"/>
      </a:accent2>
      <a:accent3>
        <a:srgbClr val="FF7EB6"/>
      </a:accent3>
      <a:accent4>
        <a:srgbClr val="3DDBD9"/>
      </a:accent4>
      <a:accent5>
        <a:srgbClr val="5B9BD5"/>
      </a:accent5>
      <a:accent6>
        <a:srgbClr val="525252"/>
      </a:accent6>
      <a:hlink>
        <a:srgbClr val="C1C7CD"/>
      </a:hlink>
      <a:folHlink>
        <a:srgbClr val="DA1E28"/>
      </a:folHlink>
    </a:clrScheme>
    <a:fontScheme name="IBM Skills Network">
      <a:majorFont>
        <a:latin typeface="IBM Plex Sans SemiBold"/>
        <a:ea typeface=""/>
        <a:cs typeface=""/>
      </a:majorFont>
      <a:minorFont>
        <a:latin typeface="IBM Plex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SLIDE_TEMPLATE_skill_network">
  <a:themeElements>
    <a:clrScheme name="IBM Skills Network">
      <a:dk1>
        <a:srgbClr val="262626"/>
      </a:dk1>
      <a:lt1>
        <a:srgbClr val="525252"/>
      </a:lt1>
      <a:dk2>
        <a:srgbClr val="FFFFFF"/>
      </a:dk2>
      <a:lt2>
        <a:srgbClr val="FFFFFF"/>
      </a:lt2>
      <a:accent1>
        <a:srgbClr val="6C4DEA"/>
      </a:accent1>
      <a:accent2>
        <a:srgbClr val="82CFFF"/>
      </a:accent2>
      <a:accent3>
        <a:srgbClr val="FF7EB6"/>
      </a:accent3>
      <a:accent4>
        <a:srgbClr val="3DDBD9"/>
      </a:accent4>
      <a:accent5>
        <a:srgbClr val="5B9BD5"/>
      </a:accent5>
      <a:accent6>
        <a:srgbClr val="525252"/>
      </a:accent6>
      <a:hlink>
        <a:srgbClr val="C1C7CD"/>
      </a:hlink>
      <a:folHlink>
        <a:srgbClr val="DA1E28"/>
      </a:folHlink>
    </a:clrScheme>
    <a:fontScheme name="IBM Skills Network">
      <a:majorFont>
        <a:latin typeface="IBM Plex Sans SemiBold"/>
        <a:ea typeface=""/>
        <a:cs typeface=""/>
      </a:majorFont>
      <a:minorFont>
        <a:latin typeface="IBM Plex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SLIDE_TEMPLATE_skill_network">
  <a:themeElements>
    <a:clrScheme name="IBM Skills Network">
      <a:dk1>
        <a:srgbClr val="262626"/>
      </a:dk1>
      <a:lt1>
        <a:srgbClr val="525252"/>
      </a:lt1>
      <a:dk2>
        <a:srgbClr val="FFFFFF"/>
      </a:dk2>
      <a:lt2>
        <a:srgbClr val="FFFFFF"/>
      </a:lt2>
      <a:accent1>
        <a:srgbClr val="6C4DEA"/>
      </a:accent1>
      <a:accent2>
        <a:srgbClr val="82CFFF"/>
      </a:accent2>
      <a:accent3>
        <a:srgbClr val="FF7EB6"/>
      </a:accent3>
      <a:accent4>
        <a:srgbClr val="3DDBD9"/>
      </a:accent4>
      <a:accent5>
        <a:srgbClr val="5B9BD5"/>
      </a:accent5>
      <a:accent6>
        <a:srgbClr val="525252"/>
      </a:accent6>
      <a:hlink>
        <a:srgbClr val="C1C7CD"/>
      </a:hlink>
      <a:folHlink>
        <a:srgbClr val="DA1E28"/>
      </a:folHlink>
    </a:clrScheme>
    <a:fontScheme name="IBM Skills Network">
      <a:majorFont>
        <a:latin typeface="IBM Plex Sans SemiBold"/>
        <a:ea typeface=""/>
        <a:cs typeface=""/>
      </a:majorFont>
      <a:minorFont>
        <a:latin typeface="IBM Plex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SLIDE_TEMPLATE_skill_network">
  <a:themeElements>
    <a:clrScheme name="IBM Skills Network">
      <a:dk1>
        <a:srgbClr val="262626"/>
      </a:dk1>
      <a:lt1>
        <a:srgbClr val="525252"/>
      </a:lt1>
      <a:dk2>
        <a:srgbClr val="FFFFFF"/>
      </a:dk2>
      <a:lt2>
        <a:srgbClr val="FFFFFF"/>
      </a:lt2>
      <a:accent1>
        <a:srgbClr val="6C4DEA"/>
      </a:accent1>
      <a:accent2>
        <a:srgbClr val="82CFFF"/>
      </a:accent2>
      <a:accent3>
        <a:srgbClr val="FF7EB6"/>
      </a:accent3>
      <a:accent4>
        <a:srgbClr val="3DDBD9"/>
      </a:accent4>
      <a:accent5>
        <a:srgbClr val="5B9BD5"/>
      </a:accent5>
      <a:accent6>
        <a:srgbClr val="525252"/>
      </a:accent6>
      <a:hlink>
        <a:srgbClr val="C1C7CD"/>
      </a:hlink>
      <a:folHlink>
        <a:srgbClr val="DA1E28"/>
      </a:folHlink>
    </a:clrScheme>
    <a:fontScheme name="IBM Skills Network">
      <a:majorFont>
        <a:latin typeface="IBM Plex Sans SemiBold"/>
        <a:ea typeface=""/>
        <a:cs typeface=""/>
      </a:majorFont>
      <a:minorFont>
        <a:latin typeface="IBM Plex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4_SLIDE_TEMPLATE_skill_network">
  <a:themeElements>
    <a:clrScheme name="IBM Skills Network">
      <a:dk1>
        <a:srgbClr val="262626"/>
      </a:dk1>
      <a:lt1>
        <a:srgbClr val="525252"/>
      </a:lt1>
      <a:dk2>
        <a:srgbClr val="FFFFFF"/>
      </a:dk2>
      <a:lt2>
        <a:srgbClr val="FFFFFF"/>
      </a:lt2>
      <a:accent1>
        <a:srgbClr val="6C4DEA"/>
      </a:accent1>
      <a:accent2>
        <a:srgbClr val="82CFFF"/>
      </a:accent2>
      <a:accent3>
        <a:srgbClr val="FF7EB6"/>
      </a:accent3>
      <a:accent4>
        <a:srgbClr val="3DDBD9"/>
      </a:accent4>
      <a:accent5>
        <a:srgbClr val="5B9BD5"/>
      </a:accent5>
      <a:accent6>
        <a:srgbClr val="525252"/>
      </a:accent6>
      <a:hlink>
        <a:srgbClr val="C1C7CD"/>
      </a:hlink>
      <a:folHlink>
        <a:srgbClr val="DA1E28"/>
      </a:folHlink>
    </a:clrScheme>
    <a:fontScheme name="IBM Skills Network">
      <a:majorFont>
        <a:latin typeface="IBM Plex Sans SemiBold"/>
        <a:ea typeface=""/>
        <a:cs typeface=""/>
      </a:majorFont>
      <a:minorFont>
        <a:latin typeface="IBM Plex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5_SLIDE_TEMPLATE_skill_network">
  <a:themeElements>
    <a:clrScheme name="IBM Skills Network">
      <a:dk1>
        <a:srgbClr val="262626"/>
      </a:dk1>
      <a:lt1>
        <a:srgbClr val="525252"/>
      </a:lt1>
      <a:dk2>
        <a:srgbClr val="FFFFFF"/>
      </a:dk2>
      <a:lt2>
        <a:srgbClr val="FFFFFF"/>
      </a:lt2>
      <a:accent1>
        <a:srgbClr val="6C4DEA"/>
      </a:accent1>
      <a:accent2>
        <a:srgbClr val="82CFFF"/>
      </a:accent2>
      <a:accent3>
        <a:srgbClr val="FF7EB6"/>
      </a:accent3>
      <a:accent4>
        <a:srgbClr val="3DDBD9"/>
      </a:accent4>
      <a:accent5>
        <a:srgbClr val="5B9BD5"/>
      </a:accent5>
      <a:accent6>
        <a:srgbClr val="525252"/>
      </a:accent6>
      <a:hlink>
        <a:srgbClr val="C1C7CD"/>
      </a:hlink>
      <a:folHlink>
        <a:srgbClr val="DA1E28"/>
      </a:folHlink>
    </a:clrScheme>
    <a:fontScheme name="IBM Skills Network">
      <a:majorFont>
        <a:latin typeface="IBM Plex Sans SemiBold"/>
        <a:ea typeface=""/>
        <a:cs typeface=""/>
      </a:majorFont>
      <a:minorFont>
        <a:latin typeface="IBM Plex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6_SLIDE_TEMPLATE_skill_network">
  <a:themeElements>
    <a:clrScheme name="IBM Skills Network">
      <a:dk1>
        <a:srgbClr val="262626"/>
      </a:dk1>
      <a:lt1>
        <a:srgbClr val="525252"/>
      </a:lt1>
      <a:dk2>
        <a:srgbClr val="FFFFFF"/>
      </a:dk2>
      <a:lt2>
        <a:srgbClr val="FFFFFF"/>
      </a:lt2>
      <a:accent1>
        <a:srgbClr val="6C4DEA"/>
      </a:accent1>
      <a:accent2>
        <a:srgbClr val="82CFFF"/>
      </a:accent2>
      <a:accent3>
        <a:srgbClr val="FF7EB6"/>
      </a:accent3>
      <a:accent4>
        <a:srgbClr val="3DDBD9"/>
      </a:accent4>
      <a:accent5>
        <a:srgbClr val="5B9BD5"/>
      </a:accent5>
      <a:accent6>
        <a:srgbClr val="525252"/>
      </a:accent6>
      <a:hlink>
        <a:srgbClr val="C1C7CD"/>
      </a:hlink>
      <a:folHlink>
        <a:srgbClr val="DA1E28"/>
      </a:folHlink>
    </a:clrScheme>
    <a:fontScheme name="IBM Skills Network">
      <a:majorFont>
        <a:latin typeface="IBM Plex Sans SemiBold"/>
        <a:ea typeface=""/>
        <a:cs typeface=""/>
      </a:majorFont>
      <a:minorFont>
        <a:latin typeface="IBM Plex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7_SLIDE_TEMPLATE_skill_network">
  <a:themeElements>
    <a:clrScheme name="IBM Skills Network">
      <a:dk1>
        <a:srgbClr val="262626"/>
      </a:dk1>
      <a:lt1>
        <a:srgbClr val="525252"/>
      </a:lt1>
      <a:dk2>
        <a:srgbClr val="FFFFFF"/>
      </a:dk2>
      <a:lt2>
        <a:srgbClr val="FFFFFF"/>
      </a:lt2>
      <a:accent1>
        <a:srgbClr val="6C4DEA"/>
      </a:accent1>
      <a:accent2>
        <a:srgbClr val="82CFFF"/>
      </a:accent2>
      <a:accent3>
        <a:srgbClr val="FF7EB6"/>
      </a:accent3>
      <a:accent4>
        <a:srgbClr val="3DDBD9"/>
      </a:accent4>
      <a:accent5>
        <a:srgbClr val="5B9BD5"/>
      </a:accent5>
      <a:accent6>
        <a:srgbClr val="525252"/>
      </a:accent6>
      <a:hlink>
        <a:srgbClr val="C1C7CD"/>
      </a:hlink>
      <a:folHlink>
        <a:srgbClr val="DA1E28"/>
      </a:folHlink>
    </a:clrScheme>
    <a:fontScheme name="IBM Skills Network">
      <a:majorFont>
        <a:latin typeface="IBM Plex Sans SemiBold"/>
        <a:ea typeface=""/>
        <a:cs typeface=""/>
      </a:majorFont>
      <a:minorFont>
        <a:latin typeface="IBM Plex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8_SLIDE_TEMPLATE_skill_network">
  <a:themeElements>
    <a:clrScheme name="IBM Skills Network">
      <a:dk1>
        <a:srgbClr val="262626"/>
      </a:dk1>
      <a:lt1>
        <a:srgbClr val="525252"/>
      </a:lt1>
      <a:dk2>
        <a:srgbClr val="FFFFFF"/>
      </a:dk2>
      <a:lt2>
        <a:srgbClr val="FFFFFF"/>
      </a:lt2>
      <a:accent1>
        <a:srgbClr val="6C4DEA"/>
      </a:accent1>
      <a:accent2>
        <a:srgbClr val="82CFFF"/>
      </a:accent2>
      <a:accent3>
        <a:srgbClr val="FF7EB6"/>
      </a:accent3>
      <a:accent4>
        <a:srgbClr val="3DDBD9"/>
      </a:accent4>
      <a:accent5>
        <a:srgbClr val="5B9BD5"/>
      </a:accent5>
      <a:accent6>
        <a:srgbClr val="525252"/>
      </a:accent6>
      <a:hlink>
        <a:srgbClr val="C1C7CD"/>
      </a:hlink>
      <a:folHlink>
        <a:srgbClr val="DA1E28"/>
      </a:folHlink>
    </a:clrScheme>
    <a:fontScheme name="IBM Skills Network">
      <a:majorFont>
        <a:latin typeface="IBM Plex Sans SemiBold"/>
        <a:ea typeface=""/>
        <a:cs typeface=""/>
      </a:majorFont>
      <a:minorFont>
        <a:latin typeface="IBM Plex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9_SLIDE_TEMPLATE_skill_network">
  <a:themeElements>
    <a:clrScheme name="IBM Skills Network">
      <a:dk1>
        <a:srgbClr val="262626"/>
      </a:dk1>
      <a:lt1>
        <a:srgbClr val="525252"/>
      </a:lt1>
      <a:dk2>
        <a:srgbClr val="FFFFFF"/>
      </a:dk2>
      <a:lt2>
        <a:srgbClr val="FFFFFF"/>
      </a:lt2>
      <a:accent1>
        <a:srgbClr val="6C4DEA"/>
      </a:accent1>
      <a:accent2>
        <a:srgbClr val="82CFFF"/>
      </a:accent2>
      <a:accent3>
        <a:srgbClr val="FF7EB6"/>
      </a:accent3>
      <a:accent4>
        <a:srgbClr val="3DDBD9"/>
      </a:accent4>
      <a:accent5>
        <a:srgbClr val="5B9BD5"/>
      </a:accent5>
      <a:accent6>
        <a:srgbClr val="525252"/>
      </a:accent6>
      <a:hlink>
        <a:srgbClr val="C1C7CD"/>
      </a:hlink>
      <a:folHlink>
        <a:srgbClr val="DA1E28"/>
      </a:folHlink>
    </a:clrScheme>
    <a:fontScheme name="IBM Skills Network">
      <a:majorFont>
        <a:latin typeface="IBM Plex Sans SemiBold"/>
        <a:ea typeface=""/>
        <a:cs typeface=""/>
      </a:majorFont>
      <a:minorFont>
        <a:latin typeface="IBM Plex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10_SLIDE_TEMPLATE_skill_network">
  <a:themeElements>
    <a:clrScheme name="IBM Skills Network">
      <a:dk1>
        <a:srgbClr val="262626"/>
      </a:dk1>
      <a:lt1>
        <a:srgbClr val="525252"/>
      </a:lt1>
      <a:dk2>
        <a:srgbClr val="FFFFFF"/>
      </a:dk2>
      <a:lt2>
        <a:srgbClr val="FFFFFF"/>
      </a:lt2>
      <a:accent1>
        <a:srgbClr val="6C4DEA"/>
      </a:accent1>
      <a:accent2>
        <a:srgbClr val="82CFFF"/>
      </a:accent2>
      <a:accent3>
        <a:srgbClr val="FF7EB6"/>
      </a:accent3>
      <a:accent4>
        <a:srgbClr val="3DDBD9"/>
      </a:accent4>
      <a:accent5>
        <a:srgbClr val="5B9BD5"/>
      </a:accent5>
      <a:accent6>
        <a:srgbClr val="525252"/>
      </a:accent6>
      <a:hlink>
        <a:srgbClr val="C1C7CD"/>
      </a:hlink>
      <a:folHlink>
        <a:srgbClr val="DA1E28"/>
      </a:folHlink>
    </a:clrScheme>
    <a:fontScheme name="IBM Skills Network">
      <a:majorFont>
        <a:latin typeface="IBM Plex Sans SemiBold"/>
        <a:ea typeface=""/>
        <a:cs typeface=""/>
      </a:majorFont>
      <a:minorFont>
        <a:latin typeface="IBM Plex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43.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44.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45.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ECD86F56755A646AC8AFCBCBD967F21" ma:contentTypeVersion="19" ma:contentTypeDescription="Create a new document." ma:contentTypeScope="" ma:versionID="d7279d4efbac013e02c1e816bc7f7c13">
  <xsd:schema xmlns:xsd="http://www.w3.org/2001/XMLSchema" xmlns:xs="http://www.w3.org/2001/XMLSchema" xmlns:p="http://schemas.microsoft.com/office/2006/metadata/properties" xmlns:ns2="155be751-a274-42e8-93fb-f39d3b9bccc8" xmlns:ns3="f80a141d-92ca-4d3d-9308-f7e7b1d44ce8" targetNamespace="http://schemas.microsoft.com/office/2006/metadata/properties" ma:root="true" ma:fieldsID="0a3fd1dbe83fc08387abb87098562ef0" ns2:_="" ns3:_="">
    <xsd:import namespace="155be751-a274-42e8-93fb-f39d3b9bccc8"/>
    <xsd:import namespace="f80a141d-92ca-4d3d-9308-f7e7b1d44ce8"/>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DateTaken" minOccurs="0"/>
                <xsd:element ref="ns2:MediaServiceGenerationTime" minOccurs="0"/>
                <xsd:element ref="ns2:MediaServiceEventHashCode" minOccurs="0"/>
                <xsd:element ref="ns2:MediaServiceAutoKeyPoints" minOccurs="0"/>
                <xsd:element ref="ns2:MediaServiceKeyPoints" minOccurs="0"/>
                <xsd:element ref="ns3:SharedWithUsers" minOccurs="0"/>
                <xsd:element ref="ns3:SharedWithDetails" minOccurs="0"/>
                <xsd:element ref="ns2:MediaServiceLocation" minOccurs="0"/>
                <xsd:element ref="ns2:MediaLengthInSeconds" minOccurs="0"/>
                <xsd:element ref="ns2:lcf76f155ced4ddcb4097134ff3c332f" minOccurs="0"/>
                <xsd:element ref="ns3:TaxCatchAll" minOccurs="0"/>
                <xsd:element ref="ns2:MediaServiceObjectDetectorVersions" minOccurs="0"/>
                <xsd:element ref="ns2:AWBlink"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55be751-a274-42e8-93fb-f39d3b9bccc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1bfc8dc1-ab14-4a6b-8a4a-9f7f0b948a94"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AWBlink" ma:index="25" nillable="true" ma:displayName="AWB link" ma:description="Author Workbench link" ma:format="Dropdown" ma:internalName="AWBlink">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80a141d-92ca-4d3d-9308-f7e7b1d44ce8"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02edd55d-11a0-43df-8094-42adcb6055ca}" ma:internalName="TaxCatchAll" ma:showField="CatchAllData" ma:web="f80a141d-92ca-4d3d-9308-f7e7b1d44ce8">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155be751-a274-42e8-93fb-f39d3b9bccc8">
      <Terms xmlns="http://schemas.microsoft.com/office/infopath/2007/PartnerControls"/>
    </lcf76f155ced4ddcb4097134ff3c332f>
    <TaxCatchAll xmlns="f80a141d-92ca-4d3d-9308-f7e7b1d44ce8" xsi:nil="true"/>
    <AWBlink xmlns="155be751-a274-42e8-93fb-f39d3b9bccc8"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43.xml><?xml version="1.0" encoding="utf-8"?>
<ds:datastoreItem xmlns:ds="http://schemas.openxmlformats.org/officeDocument/2006/customXml" ds:itemID="{BEAB06F8-DBB4-44C7-AF84-8B098C8B039F}">
  <ds:schemaRefs/>
</ds:datastoreItem>
</file>

<file path=customXml/itemProps44.xml><?xml version="1.0" encoding="utf-8"?>
<ds:datastoreItem xmlns:ds="http://schemas.openxmlformats.org/officeDocument/2006/customXml" ds:itemID="{54DA07C5-A406-4A0D-B3E6-3856C94AC7F3}">
  <ds:schemaRefs/>
</ds:datastoreItem>
</file>

<file path=customXml/itemProps45.xml><?xml version="1.0" encoding="utf-8"?>
<ds:datastoreItem xmlns:ds="http://schemas.openxmlformats.org/officeDocument/2006/customXml" ds:itemID="{7EFDA260-DDA0-422C-B7AE-778F653FBB36}">
  <ds:schemaRefs/>
</ds:datastoreItem>
</file>

<file path=docProps/app.xml><?xml version="1.0" encoding="utf-8"?>
<Properties xmlns="http://schemas.openxmlformats.org/officeDocument/2006/extended-properties" xmlns:vt="http://schemas.openxmlformats.org/officeDocument/2006/docPropsVTypes">
  <TotalTime>0</TotalTime>
  <Words>7746</Words>
  <Application>WPS Presentation</Application>
  <PresentationFormat>Widescreen</PresentationFormat>
  <Paragraphs>300</Paragraphs>
  <Slides>30</Slides>
  <Notes>0</Notes>
  <HiddenSlides>0</HiddenSlides>
  <MMClips>0</MMClips>
  <ScaleCrop>false</ScaleCrop>
  <HeadingPairs>
    <vt:vector size="6" baseType="variant">
      <vt:variant>
        <vt:lpstr>已用的字体</vt:lpstr>
      </vt:variant>
      <vt:variant>
        <vt:i4>25</vt:i4>
      </vt:variant>
      <vt:variant>
        <vt:lpstr>主题</vt:lpstr>
      </vt:variant>
      <vt:variant>
        <vt:i4>11</vt:i4>
      </vt:variant>
      <vt:variant>
        <vt:lpstr>幻灯片标题</vt:lpstr>
      </vt:variant>
      <vt:variant>
        <vt:i4>30</vt:i4>
      </vt:variant>
    </vt:vector>
  </HeadingPairs>
  <TitlesOfParts>
    <vt:vector size="66" baseType="lpstr">
      <vt:lpstr>Arial</vt:lpstr>
      <vt:lpstr>SimSun</vt:lpstr>
      <vt:lpstr>Wingdings</vt:lpstr>
      <vt:lpstr>IBM Plex Sans</vt:lpstr>
      <vt:lpstr>Yu Gothic UI</vt:lpstr>
      <vt:lpstr>IBM Plex Mono</vt:lpstr>
      <vt:lpstr>IBM Plex Sans SemiBold</vt:lpstr>
      <vt:lpstr>Arial</vt:lpstr>
      <vt:lpstr>Helv</vt:lpstr>
      <vt:lpstr>Segoe Print</vt:lpstr>
      <vt:lpstr>IBM Plex Mono Medium</vt:lpstr>
      <vt:lpstr>IBM Plex Mono Text</vt:lpstr>
      <vt:lpstr>Microsoft YaHei</vt:lpstr>
      <vt:lpstr>Arial Unicode MS</vt:lpstr>
      <vt:lpstr>Calibri</vt:lpstr>
      <vt:lpstr>Wingdings</vt:lpstr>
      <vt:lpstr>Google Sans Text</vt:lpstr>
      <vt:lpstr>Agency FB</vt:lpstr>
      <vt:lpstr>Arial Narrow</vt:lpstr>
      <vt:lpstr>Arial Black</vt:lpstr>
      <vt:lpstr>Bahnschrift SemiBold SemiCondensed</vt:lpstr>
      <vt:lpstr>Bahnschrift Condensed</vt:lpstr>
      <vt:lpstr>Bahnschrift Light Condensed</vt:lpstr>
      <vt:lpstr>Baskerville Old Face</vt:lpstr>
      <vt:lpstr>Bahnschrift Light SemiCondensed</vt:lpstr>
      <vt:lpstr>SLIDE_TEMPLATE_skill_network</vt:lpstr>
      <vt:lpstr>1_SLIDE_TEMPLATE_skill_network</vt:lpstr>
      <vt:lpstr>2_SLIDE_TEMPLATE_skill_network</vt:lpstr>
      <vt:lpstr>3_SLIDE_TEMPLATE_skill_network</vt:lpstr>
      <vt:lpstr>4_SLIDE_TEMPLATE_skill_network</vt:lpstr>
      <vt:lpstr>5_SLIDE_TEMPLATE_skill_network</vt:lpstr>
      <vt:lpstr>6_SLIDE_TEMPLATE_skill_network</vt:lpstr>
      <vt:lpstr>7_SLIDE_TEMPLATE_skill_network</vt:lpstr>
      <vt:lpstr>8_SLIDE_TEMPLATE_skill_network</vt:lpstr>
      <vt:lpstr>9_SLIDE_TEMPLATE_skill_network</vt:lpstr>
      <vt:lpstr>10_SLIDE_TEMPLATE_skill_network</vt:lpstr>
      <vt:lpstr>Title</vt:lpstr>
      <vt:lpstr>PowerPoint 演示文稿</vt:lpstr>
      <vt:lpstr>EXECUTIVE SUMMARY</vt:lpstr>
      <vt:lpstr>EXECUTIVE SUMMARY</vt:lpstr>
      <vt:lpstr>EXECUTIVE SUMMARY</vt:lpstr>
      <vt:lpstr>EXECUTIVE SUMMARY</vt:lpstr>
      <vt:lpstr>EXECUTIVE SUMMARY</vt:lpstr>
      <vt:lpstr>EXECUTIVE SUMMARY</vt:lpstr>
      <vt:lpstr>INTRODUCTION</vt:lpstr>
      <vt:lpstr>INTRODUCTION</vt:lpstr>
      <vt:lpstr>INTRODUCTION</vt:lpstr>
      <vt:lpstr>METHODOLOGY</vt:lpstr>
      <vt:lpstr>METHODOLOGY</vt:lpstr>
      <vt:lpstr>METHODOLOGY</vt:lpstr>
      <vt:lpstr>Results</vt:lpstr>
      <vt:lpstr> JOB POSTINGS</vt:lpstr>
      <vt:lpstr>POPULAR LANGUAGES</vt:lpstr>
      <vt:lpstr>PROGRAMMING LANGUAGE TRENDS</vt:lpstr>
      <vt:lpstr>PROGRAMMING LANGUAGE TRENDS - FINDINGS &amp; IMPLICATIONS</vt:lpstr>
      <vt:lpstr>DATABASE TRENDS</vt:lpstr>
      <vt:lpstr>DATABASE TRENDS - FINDINGS &amp; IMPLICATIONS</vt:lpstr>
      <vt:lpstr>DASHBOARD</vt:lpstr>
      <vt:lpstr>DASHBOARD TAB 1: Current Technology Usage</vt:lpstr>
      <vt:lpstr>DASHBOARD TAB 2: Future Technology Trends</vt:lpstr>
      <vt:lpstr>DASHBOARD TAB 3: Demographics</vt:lpstr>
      <vt:lpstr>Demographics</vt:lpstr>
      <vt:lpstr>DISCUSSION</vt:lpstr>
      <vt:lpstr>OVERALL FINDINGS &amp; IMPLICATIONS</vt:lpstr>
      <vt:lpstr>CONCLUSION</vt:lpstr>
      <vt:lpstr>APPENDIX</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Tori Sleeper</dc:creator>
  <cp:lastModifiedBy>Jesna Salim</cp:lastModifiedBy>
  <cp:revision>17</cp:revision>
  <dcterms:created xsi:type="dcterms:W3CDTF">2024-10-30T05:40:00Z</dcterms:created>
  <dcterms:modified xsi:type="dcterms:W3CDTF">2026-02-24T16:52:03Z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0x010100EECD86F56755A646AC8AFCBCBD967F21</vt:lpwstr>
  </property>
  <property fmtid="{D5CDD505-2E9C-101B-9397-08002B2CF9AE}" pid="3" name="MediaServiceImageTags">
    <vt:lpwstr/>
  </property>
  <property fmtid="{D5CDD505-2E9C-101B-9397-08002B2CF9AE}" pid="4" name="ArticulateGUID">
    <vt:lpwstr>07C438A6-8092-445C-AC0D-AE1422093206</vt:lpwstr>
  </property>
  <property fmtid="{D5CDD505-2E9C-101B-9397-08002B2CF9AE}" pid="5" name="ArticulatePath">
    <vt:lpwstr>https://skilluptech.sharepoint.com/sites/Coursera/Shared Documents/General/PPT template/IBM Skills Network PPT Template 01.2023</vt:lpwstr>
  </property>
  <property fmtid="{D5CDD505-2E9C-101B-9397-08002B2CF9AE}" pid="6" name="ICV">
    <vt:lpwstr>C1DD31A02482428084121CE0DE9AB3A0_12</vt:lpwstr>
  </property>
  <property fmtid="{D5CDD505-2E9C-101B-9397-08002B2CF9AE}" pid="7" name="KSOProductBuildVer">
    <vt:lpwstr>1033-12.2.0.23196</vt:lpwstr>
  </property>
</Properties>
</file>